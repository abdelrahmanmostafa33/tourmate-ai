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61" r:id="rId4"/>
    <p:sldId id="262" r:id="rId5"/>
    <p:sldId id="273" r:id="rId6"/>
    <p:sldId id="258" r:id="rId7"/>
    <p:sldId id="259" r:id="rId8"/>
    <p:sldId id="260" r:id="rId9"/>
    <p:sldId id="271" r:id="rId10"/>
    <p:sldId id="267" r:id="rId11"/>
    <p:sldId id="276" r:id="rId12"/>
    <p:sldId id="275" r:id="rId13"/>
    <p:sldId id="264" r:id="rId14"/>
    <p:sldId id="269" r:id="rId15"/>
    <p:sldId id="274" r:id="rId16"/>
    <p:sldId id="281" r:id="rId17"/>
    <p:sldId id="283" r:id="rId18"/>
    <p:sldId id="282" r:id="rId19"/>
    <p:sldId id="270" r:id="rId20"/>
    <p:sldId id="265" r:id="rId21"/>
    <p:sldId id="279" r:id="rId22"/>
    <p:sldId id="272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E4FCB2E-736F-8039-A317-B3B1E150BFAE}" name="Nour Muhammed" initials="NM" userId="4c699f7e8fd00ea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174D"/>
    <a:srgbClr val="5F2F69"/>
    <a:srgbClr val="6917B3"/>
    <a:srgbClr val="00A9D1"/>
    <a:srgbClr val="BE3FD8"/>
    <a:srgbClr val="B93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0623" autoAdjust="0"/>
  </p:normalViewPr>
  <p:slideViewPr>
    <p:cSldViewPr snapToGrid="0">
      <p:cViewPr varScale="1">
        <p:scale>
          <a:sx n="62" d="100"/>
          <a:sy n="62" d="100"/>
        </p:scale>
        <p:origin x="10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3A5955-5C91-1BFD-9505-12951D3DBF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50558-AA6F-7449-AA80-A6D541FFC3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9994F-3C1C-4BD9-8F2F-0BC09CD06281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6C0865-7F4A-BBBC-089F-0A75962F5F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76613-AF5D-F5D7-789C-521E57BD34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CA19E-CA4F-4125-B2C1-FBFE6EBFB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98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74C74-1976-44FE-97F8-F7251391BDC1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11F16-133A-4D65-8DD9-4C65D9AA6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69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ar-EG" dirty="0"/>
              <a:t>طبعا احنا عرفنا اهمية التعليم عن بعد من بعد الكورونا وقد ايه احنا عندنا مشكلة كبيرة فيه</a:t>
            </a:r>
            <a:br>
              <a:rPr lang="ar-EG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1F16-133A-4D65-8DD9-4C65D9AA69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7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1F16-133A-4D65-8DD9-4C65D9AA69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54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According to the </a:t>
            </a:r>
            <a:r>
              <a:rPr lang="en-US" sz="1200" b="1" u="sng" dirty="0"/>
              <a:t>American Psychological Association </a:t>
            </a:r>
            <a:r>
              <a:rPr lang="en-US" sz="1200" dirty="0"/>
              <a:t>(APA), </a:t>
            </a:r>
            <a:r>
              <a:rPr lang="en-US" sz="1200" b="1" dirty="0"/>
              <a:t>80% to 95% </a:t>
            </a:r>
            <a:r>
              <a:rPr lang="en-US" sz="1200" b="0" dirty="0"/>
              <a:t>percent of college students </a:t>
            </a:r>
            <a:r>
              <a:rPr lang="en-US" sz="1200" b="1" dirty="0"/>
              <a:t>procrastinate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Another study found that nearly </a:t>
            </a:r>
            <a:r>
              <a:rPr lang="en-US" sz="1200" b="1" dirty="0"/>
              <a:t>80% </a:t>
            </a:r>
            <a:r>
              <a:rPr lang="en-US" sz="1200" dirty="0"/>
              <a:t>of students exhibit varying degrees of procrastination, with reasons including </a:t>
            </a:r>
            <a:r>
              <a:rPr lang="en-US" sz="1200" b="1" dirty="0"/>
              <a:t>poor time management, lack of planning, laziness, and stress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1F16-133A-4D65-8DD9-4C65D9AA69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60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EG" dirty="0"/>
              <a:t>فكرة مشروعنا هي اننا هنقضي على التشتت عن طريق اننا </a:t>
            </a:r>
            <a:r>
              <a:rPr lang="ar-EG" b="1" dirty="0"/>
              <a:t>هناخد الحلو من كل المنصات </a:t>
            </a:r>
            <a:r>
              <a:rPr lang="ar-EG" dirty="0"/>
              <a:t>الموجودة ونعيد صياغته باسلوبنا كطلبة قبل مانكون مبرمجين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1F16-133A-4D65-8DD9-4C65D9AA69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81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ar-EG" dirty="0"/>
              <a:t>من اهم اهدافنا اننا نوظف اللي اتعلمناه من دكاترتنا في الكلية علشان نخلق منصة تنافس في السوق العالمي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1F16-133A-4D65-8DD9-4C65D9AA69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16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1F16-133A-4D65-8DD9-4C65D9AA69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01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ar-EG" dirty="0"/>
              <a:t>اختارنا اننا نجيب الاحصائيات عن كورسيرا ويوديمي علشان هما </a:t>
            </a:r>
            <a:r>
              <a:rPr lang="ar-EG" b="1" dirty="0"/>
              <a:t>من اهم 5 منصات </a:t>
            </a:r>
            <a:r>
              <a:rPr lang="ar-EG" dirty="0"/>
              <a:t>مستخدمين في مصر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1F16-133A-4D65-8DD9-4C65D9AA69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55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EG" dirty="0"/>
              <a:t>احنا مش بس بنهتم بالطالب احنا بنهتم وبنحرص جدا علي راحة </a:t>
            </a:r>
            <a:r>
              <a:rPr lang="ar-EG" b="1" dirty="0"/>
              <a:t>هيئة التدريس </a:t>
            </a:r>
            <a:r>
              <a:rPr lang="ar-EG" dirty="0"/>
              <a:t>و الشئون او ال</a:t>
            </a:r>
            <a:r>
              <a:rPr lang="en-US" dirty="0"/>
              <a:t> </a:t>
            </a:r>
            <a:r>
              <a:rPr lang="en-US" b="1" dirty="0"/>
              <a:t>administrator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1F16-133A-4D65-8DD9-4C65D9AA69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03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1F16-133A-4D65-8DD9-4C65D9AA69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07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9F23-D7EF-B557-1CF8-C60CC991D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79F62-A641-43F7-D73D-1040C3F34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70714-5242-FC57-A7AD-C585855BE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kern="0" dirty="0">
              <a:solidFill>
                <a:srgbClr val="5F2F6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FA85F-81B5-38FB-B52F-E401E37E7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1F16-133A-4D65-8DD9-4C65D9AA69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52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61629-F27A-0FFA-6790-72B563B41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5B09F-B999-CE8B-7F3E-155DBA6FA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63FD7-6204-A490-287E-6AA75D77D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i="0" dirty="0">
                <a:effectLst/>
                <a:latin typeface="var( --e-global-typography-secondary-font-family )"/>
              </a:rPr>
              <a:t>Active Recall  -&gt; Solving practice </a:t>
            </a:r>
            <a:r>
              <a:rPr lang="en-US" sz="1600" b="1" i="0" dirty="0">
                <a:effectLst/>
                <a:latin typeface="Inter"/>
              </a:rPr>
              <a:t>Exam </a:t>
            </a:r>
            <a:endParaRPr lang="en-US" sz="1600" b="1" i="0" dirty="0">
              <a:effectLst/>
              <a:latin typeface="var( --e-global-typography-secondary-font-family )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0" i="0" dirty="0">
                <a:solidFill>
                  <a:srgbClr val="333337"/>
                </a:solidFill>
                <a:effectLst/>
                <a:latin typeface="Georgia" panose="02040502050405020303" pitchFamily="18" charset="0"/>
              </a:rPr>
              <a:t>One study found that students who conducted only one </a:t>
            </a:r>
            <a:r>
              <a:rPr lang="en-US" sz="1600" b="1" i="0" dirty="0">
                <a:solidFill>
                  <a:srgbClr val="333337"/>
                </a:solidFill>
                <a:effectLst/>
                <a:latin typeface="Georgia" panose="02040502050405020303" pitchFamily="18" charset="0"/>
              </a:rPr>
              <a:t>practice test </a:t>
            </a:r>
            <a:r>
              <a:rPr lang="en-US" sz="1600" b="0" i="0" dirty="0">
                <a:solidFill>
                  <a:srgbClr val="333337"/>
                </a:solidFill>
                <a:effectLst/>
                <a:latin typeface="Georgia" panose="02040502050405020303" pitchFamily="18" charset="0"/>
              </a:rPr>
              <a:t>before an exam got </a:t>
            </a:r>
            <a:r>
              <a:rPr lang="en-US" sz="1600" b="1" i="0" u="none" strike="noStrike" dirty="0">
                <a:solidFill>
                  <a:srgbClr val="FF0000"/>
                </a:solidFill>
                <a:effectLst/>
                <a:latin typeface="Georgia" panose="02040502050405020303" pitchFamily="18" charset="0"/>
              </a:rPr>
              <a:t>17%</a:t>
            </a:r>
            <a:r>
              <a:rPr lang="en-US" sz="1600" b="0" i="0" dirty="0">
                <a:solidFill>
                  <a:srgbClr val="333337"/>
                </a:solidFill>
                <a:effectLst/>
                <a:latin typeface="Georgia" panose="02040502050405020303" pitchFamily="18" charset="0"/>
              </a:rPr>
              <a:t> better results right after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i="0" dirty="0">
                <a:solidFill>
                  <a:srgbClr val="3A3A3A"/>
                </a:solidFill>
                <a:effectLst/>
                <a:latin typeface="var( --e-global-typography-secondary-font-family )"/>
              </a:rPr>
              <a:t>Leitner System  -&gt; </a:t>
            </a:r>
            <a:r>
              <a:rPr lang="en-US" sz="1600" b="1" i="0" dirty="0">
                <a:effectLst/>
                <a:latin typeface="var( --e-global-typography-text-font-family )"/>
              </a:rPr>
              <a:t>a flashcard-based </a:t>
            </a:r>
            <a:endParaRPr lang="en-US" sz="1600" b="1" i="0" dirty="0">
              <a:solidFill>
                <a:srgbClr val="3A3A3A"/>
              </a:solidFill>
              <a:effectLst/>
              <a:latin typeface="var( --e-global-typography-secondary-font-family )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i="0" dirty="0">
                <a:effectLst/>
                <a:latin typeface="var( --e-global-typography-text-font-family )"/>
              </a:rPr>
              <a:t>Developed by </a:t>
            </a:r>
            <a:r>
              <a:rPr lang="en-US" sz="1600" b="1" i="0" dirty="0">
                <a:effectLst/>
                <a:latin typeface="var( --e-global-typography-text-font-family )"/>
              </a:rPr>
              <a:t>Sebastian Leitner </a:t>
            </a:r>
            <a:r>
              <a:rPr lang="en-US" sz="1600" b="0" i="0" dirty="0">
                <a:effectLst/>
                <a:latin typeface="var( --e-global-typography-text-font-family )"/>
              </a:rPr>
              <a:t>back in </a:t>
            </a:r>
            <a:r>
              <a:rPr lang="en-US" sz="1600" b="1" i="0" dirty="0">
                <a:effectLst/>
                <a:latin typeface="var( --e-global-typography-text-font-family )"/>
              </a:rPr>
              <a:t>1972</a:t>
            </a:r>
            <a:r>
              <a:rPr lang="en-US" sz="1600" b="0" i="0" dirty="0">
                <a:effectLst/>
                <a:latin typeface="var( --e-global-typography-text-font-family )"/>
              </a:rPr>
              <a:t>  uses learning strategy to </a:t>
            </a:r>
            <a:r>
              <a:rPr lang="en-US" sz="1600" b="1" i="0" dirty="0">
                <a:effectLst/>
                <a:latin typeface="var( --e-global-typography-text-font-family )"/>
              </a:rPr>
              <a:t>maximize memorization.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i="0" dirty="0">
                <a:effectLst/>
                <a:latin typeface="var( --e-global-typography-secondary-font-family )"/>
              </a:rPr>
              <a:t>Pomodoro Study Method</a:t>
            </a:r>
          </a:p>
          <a:p>
            <a:pPr lvl="1" algn="just"/>
            <a:r>
              <a:rPr lang="en-US" sz="1600" b="0" i="0" dirty="0">
                <a:effectLst/>
                <a:latin typeface="var( --e-global-typography-text-font-family )"/>
              </a:rPr>
              <a:t>25 min – 5 min break  or 45</a:t>
            </a:r>
            <a:r>
              <a:rPr lang="ar-EG" sz="1600" b="0" i="0" dirty="0">
                <a:effectLst/>
                <a:latin typeface="var( --e-global-typography-text-font-family )"/>
              </a:rPr>
              <a:t>-</a:t>
            </a:r>
            <a:r>
              <a:rPr lang="en-US" sz="1600" b="0" i="0" dirty="0">
                <a:effectLst/>
                <a:latin typeface="var( --e-global-typography-text-font-family )"/>
              </a:rPr>
              <a:t>15 min break  </a:t>
            </a:r>
          </a:p>
          <a:p>
            <a:endParaRPr lang="en-US" sz="16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b="1" kern="0" dirty="0">
              <a:solidFill>
                <a:srgbClr val="5F2F6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CBBBE-231D-7A6B-014E-D93EDD924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1F16-133A-4D65-8DD9-4C65D9AA69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7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8CC40-9AF3-2840-66E3-0F7E471B4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79E36-42DF-FF0A-0B84-E2EF6D715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ECDD7-49A0-A2EE-D4DD-ECB0AE05D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Certificates Generation</a:t>
            </a:r>
            <a:r>
              <a:rPr lang="ar-EG" sz="12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 </a:t>
            </a:r>
            <a:r>
              <a:rPr lang="en-US" sz="12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-&gt; as motivational part for student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Compressing Videos  -&gt; to save server’s storage</a:t>
            </a:r>
            <a:endParaRPr lang="ar-EG" sz="1200" b="1" kern="0" dirty="0">
              <a:solidFill>
                <a:srgbClr val="5F2F6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kern="0" dirty="0">
              <a:solidFill>
                <a:srgbClr val="5F2F6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98AA3-DD78-D445-E1BE-52353A0BB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1F16-133A-4D65-8DD9-4C65D9AA69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309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E0160-1EDD-84D5-3CE1-FE22E2562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9D6D9-12AA-2BCC-F96D-34716183D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B7973-5226-FB14-0CCE-D585AEDD8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ar-EG" dirty="0"/>
              <a:t>في الاخر لو احنا مش مؤمنين باللي بنعمله مش هنعرف نقدمه بالشكل المناسب اتمني اننا نكون وصلنا فكرتنا بشكل واضح ونتمني اننا نعكس مستوي تعلمنا من خلال المنصة ديه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B801D-CC94-AF05-E1D1-5020B3485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1F16-133A-4D65-8DD9-4C65D9AA69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90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AE83A-B138-19FB-1B58-06559DA7C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1CA5A-9EB0-0B08-D628-6B1E90B3B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1B81AF-5AC4-416F-F48E-17C47605C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25876-43CE-CA58-8494-55C4304FA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11F16-133A-4D65-8DD9-4C65D9AA69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46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7821-E26C-CE5C-DF22-3990C6F93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E0272-E309-A893-A0D7-8B3059148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774B0-150A-1EEC-9A69-D985FB150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A1EE1-E305-4433-B0DE-CA064FFDDAEA}" type="datetime1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D2F25-647C-9A36-6D5F-45CBD2825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8DE7B-7A04-A074-08B5-D299E2F6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76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1" name="Swipe Swoosh Transition Sound Effect.wav"/>
          </p:stSnd>
        </p:sndAc>
      </p:transition>
    </mc:Choice>
    <mc:Fallback xmlns="">
      <p:transition>
        <p:fade/>
        <p:sndAc>
          <p:stSnd>
            <p:snd r:embed="rId3" name="Swipe Swoosh Transition Sound Effect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A4888-7E6A-DF1E-2FD8-D24D4FB3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4D23E-DE88-EE8B-ED12-582D1E7DA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58F82-2059-5528-696C-09DE37B5E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1ED5D-1824-4161-9F6D-D8C827D9E821}" type="datetime1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310FB-2074-3A32-F081-F4644BB3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E1FC9-F594-DFE8-2541-9EA0C9823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54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1" name="Swipe Swoosh Transition Sound Effect.wav"/>
          </p:stSnd>
        </p:sndAc>
      </p:transition>
    </mc:Choice>
    <mc:Fallback xmlns="">
      <p:transition>
        <p:fade/>
        <p:sndAc>
          <p:stSnd>
            <p:snd r:embed="rId3" name="Swipe Swoosh Transition Sound Effect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575F-F8AC-0D70-5B07-1F1677BD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5C460-428F-80EC-ED64-232030583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F9D1D-7433-CA0F-8422-CFBB6CDC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CBCA-2F4A-4A32-8565-C88BC262F945}" type="datetime1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6C398-277A-AA5B-E3E4-C837A1B1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E1A1F-0CA3-C504-3E20-C7C405A3B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297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1" name="Swipe Swoosh Transition Sound Effect.wav"/>
          </p:stSnd>
        </p:sndAc>
      </p:transition>
    </mc:Choice>
    <mc:Fallback xmlns="">
      <p:transition>
        <p:fade/>
        <p:sndAc>
          <p:stSnd>
            <p:snd r:embed="rId3" name="Swipe Swoosh Transition Sound Effect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E7B7B-4088-2ADE-3F77-C896FD3DB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8F394-8D71-E719-99E5-2A3A30CEA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D9B24-6020-45AA-0C94-BBCC05C03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4AFDD-EE1D-5A56-CA26-51DEB77AD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AF7D-7EA6-4D9D-95BF-E3A549D94FA6}" type="datetime1">
              <a:rPr lang="en-US" smtClean="0"/>
              <a:t>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B698B-F88D-2A4B-4C8F-512FEE541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6798D-32E6-62B7-CC22-74100E2A5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52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1" name="Swipe Swoosh Transition Sound Effect.wav"/>
          </p:stSnd>
        </p:sndAc>
      </p:transition>
    </mc:Choice>
    <mc:Fallback xmlns="">
      <p:transition>
        <p:fade/>
        <p:sndAc>
          <p:stSnd>
            <p:snd r:embed="rId3" name="Swipe Swoosh Transition Sound Effect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660D-9113-ADB1-80ED-6AA8D5A8B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085AF-6708-F58B-DCC1-EFBEE511D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CCDEE-E781-44A6-D62F-E3BFADC27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AC883-ED13-2F76-8878-532AD9C85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97BE9F-9DC9-A5DB-6787-8E5A55EC4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33FCA-2CC6-EB1A-BD36-8A6092CFF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27BAB-61C7-4E3C-9B51-B8683F0F758F}" type="datetime1">
              <a:rPr lang="en-US" smtClean="0"/>
              <a:t>2/16/2024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58C9C9-BC3D-88D3-22E3-853A9C3A1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07FDAF-8C69-5570-6A9E-67729886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13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1" name="Swipe Swoosh Transition Sound Effect.wav"/>
          </p:stSnd>
        </p:sndAc>
      </p:transition>
    </mc:Choice>
    <mc:Fallback xmlns="">
      <p:transition>
        <p:fade/>
        <p:sndAc>
          <p:stSnd>
            <p:snd r:embed="rId3" name="Swipe Swoosh Transition Sound Effect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F06C-6E95-DDCB-A654-932C53A6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D0C86-6305-2597-6432-E754F1135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29A3-6C39-4EAD-92BA-71E3165EECE4}" type="datetime1">
              <a:rPr lang="en-US" smtClean="0"/>
              <a:t>2/16/2024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73E3B5-5ABD-4637-A61C-9A356577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D1070-7633-9125-99B3-AFC6E802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66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1" name="Swipe Swoosh Transition Sound Effect.wav"/>
          </p:stSnd>
        </p:sndAc>
      </p:transition>
    </mc:Choice>
    <mc:Fallback xmlns="">
      <p:transition>
        <p:fade/>
        <p:sndAc>
          <p:stSnd>
            <p:snd r:embed="rId3" name="Swipe Swoosh Transition Sound Effect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191A5-47EE-3EAF-A21C-29117F27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FEA9-77E1-453F-876A-A438EF07745F}" type="datetime1">
              <a:rPr lang="en-US" smtClean="0"/>
              <a:t>2/16/2024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EBA07-9B9C-EC54-9F75-3CC8ED637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ACCBE-222E-7824-41A9-217B224D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97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1" name="Swipe Swoosh Transition Sound Effect.wav"/>
          </p:stSnd>
        </p:sndAc>
      </p:transition>
    </mc:Choice>
    <mc:Fallback xmlns="">
      <p:transition>
        <p:fade/>
        <p:sndAc>
          <p:stSnd>
            <p:snd r:embed="rId3" name="Swipe Swoosh Transition Sound Effect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54EA-6AEA-0672-8CF1-DC27CCD8B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2A38E-6B1D-C0B3-AF9A-73F4EE075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4A9A8-A028-92AD-5CF5-3FF8C60B5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FF67B-3A11-D1AF-4BBF-8999DF5B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392FA-C08B-4E97-9151-86D2CCD95BA7}" type="datetime1">
              <a:rPr lang="en-US" smtClean="0"/>
              <a:t>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1DB37-390D-5985-E399-342D993AF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1C59F-D7D2-CA31-3119-1CC2B420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23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1" name="Swipe Swoosh Transition Sound Effect.wav"/>
          </p:stSnd>
        </p:sndAc>
      </p:transition>
    </mc:Choice>
    <mc:Fallback xmlns="">
      <p:transition>
        <p:fade/>
        <p:sndAc>
          <p:stSnd>
            <p:snd r:embed="rId3" name="Swipe Swoosh Transition Sound Effect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53D8-3E54-1CC0-9975-3F783AE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F66923-59B2-3155-124D-752AE67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74756-B26A-3CFC-A7F3-F06D5661C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1F72B-0F2D-502C-3E43-EE937CD5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DDB0-A5F1-4184-9C4D-3FCFDEA4D8C8}" type="datetime1">
              <a:rPr lang="en-US" smtClean="0"/>
              <a:t>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2361E-628D-AF5A-B9A2-375DB177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A271C-29E0-ADE4-F9AA-11A91324F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66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1" name="Swipe Swoosh Transition Sound Effect.wav"/>
          </p:stSnd>
        </p:sndAc>
      </p:transition>
    </mc:Choice>
    <mc:Fallback xmlns="">
      <p:transition>
        <p:fade/>
        <p:sndAc>
          <p:stSnd>
            <p:snd r:embed="rId3" name="Swipe Swoosh Transition Sound Effect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F036-D83E-8018-0A28-1ED48C06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069C0-504B-99B5-8970-6787E2F36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6C969-4427-A869-3956-BE191D4CF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FA1C1-6B00-4008-9679-95C9B6BCC39B}" type="datetime1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D42EF-A6D5-CA55-9CEF-2CA469A13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041FA-E1FA-7482-64E4-6325F91B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6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1" name="Swipe Swoosh Transition Sound Effect.wav"/>
          </p:stSnd>
        </p:sndAc>
      </p:transition>
    </mc:Choice>
    <mc:Fallback xmlns="">
      <p:transition>
        <p:fade/>
        <p:sndAc>
          <p:stSnd>
            <p:snd r:embed="rId3" name="Swipe Swoosh Transition Sound Effect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C84A15-B5BA-44ED-F558-5F1046AD4B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B6B5C-FF2A-9D57-0FB0-2ABB77776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885E9-445B-106C-917D-368B2E1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B7832-E7A9-4DDD-A1DF-AF6F1FB87D38}" type="datetime1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EC0DB-C12E-443B-0492-7E00D2C96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2F836-DB4F-BF4A-E2B4-2D52A90C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82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1" name="Swipe Swoosh Transition Sound Effect.wav"/>
          </p:stSnd>
        </p:sndAc>
      </p:transition>
    </mc:Choice>
    <mc:Fallback xmlns="">
      <p:transition>
        <p:fade/>
        <p:sndAc>
          <p:stSnd>
            <p:snd r:embed="rId3" name="Swipe Swoosh Transition Sound Effect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81439-056A-2E7B-3651-4CE90DD99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CB542-29EC-324F-F70E-8ED695A2D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8BBDF-78E0-94E6-ABB7-8AA30553A7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77858-439D-408B-A39C-00F888578EEF}" type="datetime1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2DAE7-B1AA-78DC-801C-D3B03A9A2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B8712-5631-9794-B759-AEC30737A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B3F11-303A-485D-915D-B2CFFC239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87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13" name="Swipe Swoosh Transition Sound Effect.wav"/>
          </p:stSnd>
        </p:sndAc>
      </p:transition>
    </mc:Choice>
    <mc:Fallback xmlns="">
      <p:transition>
        <p:fade/>
        <p:sndAc>
          <p:stSnd>
            <p:snd r:embed="rId14" name="Swipe Swoosh Transition Sound Effect.wav"/>
          </p:stSnd>
        </p:sndAc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audio" Target="../media/audio1.wav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audio" Target="../media/audio1.wav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12.png"/><Relationship Id="rId5" Type="http://schemas.openxmlformats.org/officeDocument/2006/relationships/audio" Target="../media/audio3.wav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audio" Target="../media/audio1.wav"/><Relationship Id="rId4" Type="http://schemas.openxmlformats.org/officeDocument/2006/relationships/audio" Target="../media/audio2.wav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1.png"/><Relationship Id="rId4" Type="http://schemas.openxmlformats.org/officeDocument/2006/relationships/image" Target="../media/image2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24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audio" Target="../media/audio1.wav"/><Relationship Id="rId3" Type="http://schemas.openxmlformats.org/officeDocument/2006/relationships/audio" Target="../media/audio1.wav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4.png"/><Relationship Id="rId10" Type="http://schemas.openxmlformats.org/officeDocument/2006/relationships/image" Target="../media/image29.svg"/><Relationship Id="rId4" Type="http://schemas.openxmlformats.org/officeDocument/2006/relationships/image" Target="../media/image1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33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pro.similarweb.com/#/digitalsuite/websiteanalysis/overview/website-performance/*/999/3m?webSource=Total&amp;key=udemy.com,coursera.org" TargetMode="External"/><Relationship Id="rId3" Type="http://schemas.openxmlformats.org/officeDocument/2006/relationships/audio" Target="../media/audio1.wav"/><Relationship Id="rId7" Type="http://schemas.openxmlformats.org/officeDocument/2006/relationships/hyperlink" Target="https://www.verywellhealth.com/procrastination-causes-types-and-how-to-overcome-5322734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u.edu/blog/helping-students-overcome-procrastination/" TargetMode="External"/><Relationship Id="rId5" Type="http://schemas.openxmlformats.org/officeDocument/2006/relationships/hyperlink" Target="https://thespokesman.net/1497/features/the-issue-of-procrastination-among-high-school-students/" TargetMode="External"/><Relationship Id="rId4" Type="http://schemas.openxmlformats.org/officeDocument/2006/relationships/image" Target="../media/image1.png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gradient&#10;&#10;Description automatically generated">
            <a:extLst>
              <a:ext uri="{FF2B5EF4-FFF2-40B4-BE49-F238E27FC236}">
                <a16:creationId xmlns:a16="http://schemas.microsoft.com/office/drawing/2014/main" id="{5BE4AA30-8277-DE02-F109-939EA1E362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9" name="Picture 8" descr="A person and person studying in a computer&#10;&#10;Description automatically generated">
            <a:extLst>
              <a:ext uri="{FF2B5EF4-FFF2-40B4-BE49-F238E27FC236}">
                <a16:creationId xmlns:a16="http://schemas.microsoft.com/office/drawing/2014/main" id="{6E6C1A93-6175-E8AE-D12F-F383248338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4343" y="353246"/>
            <a:ext cx="5585531" cy="5585531"/>
          </a:xfrm>
          <a:prstGeom prst="rect">
            <a:avLst/>
          </a:prstGeom>
        </p:spPr>
      </p:pic>
      <p:pic>
        <p:nvPicPr>
          <p:cNvPr id="21" name="Picture 20" descr="A purple and black gradient&#10;&#10;Description automatically generated">
            <a:extLst>
              <a:ext uri="{FF2B5EF4-FFF2-40B4-BE49-F238E27FC236}">
                <a16:creationId xmlns:a16="http://schemas.microsoft.com/office/drawing/2014/main" id="{2CE1CA2A-EAFC-E327-2723-19855B4F5E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B6076CB-46EE-A5BC-A315-547F8EA68BB9}"/>
              </a:ext>
            </a:extLst>
          </p:cNvPr>
          <p:cNvGrpSpPr/>
          <p:nvPr/>
        </p:nvGrpSpPr>
        <p:grpSpPr>
          <a:xfrm>
            <a:off x="7935692" y="745081"/>
            <a:ext cx="2783192" cy="2358237"/>
            <a:chOff x="8478963" y="698500"/>
            <a:chExt cx="2783192" cy="2358237"/>
          </a:xfrm>
        </p:grpSpPr>
        <p:pic>
          <p:nvPicPr>
            <p:cNvPr id="5" name="Picture 4" descr="A white square with blue and purple letters&#10;&#10;Description automatically generated">
              <a:extLst>
                <a:ext uri="{FF2B5EF4-FFF2-40B4-BE49-F238E27FC236}">
                  <a16:creationId xmlns:a16="http://schemas.microsoft.com/office/drawing/2014/main" id="{FBB03617-0CE2-271C-893C-296F09DFD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6379" y="698500"/>
              <a:ext cx="1728360" cy="1690914"/>
            </a:xfrm>
            <a:prstGeom prst="rect">
              <a:avLst/>
            </a:prstGeom>
          </p:spPr>
        </p:pic>
        <p:pic>
          <p:nvPicPr>
            <p:cNvPr id="7" name="Picture 6" descr="A blue letter w on a black background&#10;&#10;Description automatically generated">
              <a:extLst>
                <a:ext uri="{FF2B5EF4-FFF2-40B4-BE49-F238E27FC236}">
                  <a16:creationId xmlns:a16="http://schemas.microsoft.com/office/drawing/2014/main" id="{5FB2059C-30D1-F25F-EB6A-9AD71BCB3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8963" y="2584223"/>
              <a:ext cx="2783192" cy="472514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EB0AC8A-065E-D872-C8D6-25EB60C84883}"/>
              </a:ext>
            </a:extLst>
          </p:cNvPr>
          <p:cNvSpPr txBox="1"/>
          <p:nvPr/>
        </p:nvSpPr>
        <p:spPr>
          <a:xfrm>
            <a:off x="6279286" y="5464365"/>
            <a:ext cx="6096000" cy="1294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b="1" i="0" u="none" strike="noStrike" cap="none" dirty="0">
                <a:solidFill>
                  <a:srgbClr val="3F174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Under Supervision:</a:t>
            </a:r>
            <a:endParaRPr lang="sv-SE" sz="1800" b="0" i="0" u="none" strike="noStrike" cap="none" dirty="0">
              <a:solidFill>
                <a:srgbClr val="3F174D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b="1" i="0" u="none" strike="noStrike" cap="none" dirty="0">
                <a:solidFill>
                  <a:srgbClr val="3F174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Dr. Shaima M. Galal 	  Dr.Sabah El sayed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b="1" dirty="0">
                <a:solidFill>
                  <a:srgbClr val="3F174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Eng. Lamia Atef 		Eng. Ibrahim Ali</a:t>
            </a:r>
            <a:endParaRPr lang="sv-SE" dirty="0">
              <a:solidFill>
                <a:srgbClr val="3F174D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488EAE-A0EC-2719-2099-AF149EE0BF1A}"/>
              </a:ext>
            </a:extLst>
          </p:cNvPr>
          <p:cNvSpPr txBox="1"/>
          <p:nvPr/>
        </p:nvSpPr>
        <p:spPr>
          <a:xfrm>
            <a:off x="6205469" y="3244334"/>
            <a:ext cx="6243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ExtraLight" panose="00000300000000000000" pitchFamily="50" charset="0"/>
                <a:ea typeface="Red Hat Display"/>
                <a:cs typeface="Poppins ExtraLight" panose="00000300000000000000" pitchFamily="50" charset="0"/>
                <a:sym typeface="Red Hat Display"/>
              </a:rPr>
              <a:t>All You Need Is To Know How</a:t>
            </a:r>
            <a:endParaRPr lang="sv-SE" dirty="0">
              <a:solidFill>
                <a:schemeClr val="tx1">
                  <a:lumMod val="75000"/>
                  <a:lumOff val="25000"/>
                </a:schemeClr>
              </a:solidFill>
              <a:latin typeface="Poppins ExtraLight" panose="00000300000000000000" pitchFamily="50" charset="0"/>
              <a:cs typeface="Poppins ExtraLight" panose="00000300000000000000" pitchFamily="50" charset="0"/>
            </a:endParaRPr>
          </a:p>
        </p:txBody>
      </p:sp>
      <p:graphicFrame>
        <p:nvGraphicFramePr>
          <p:cNvPr id="26" name="Google Shape;277;p1">
            <a:extLst>
              <a:ext uri="{FF2B5EF4-FFF2-40B4-BE49-F238E27FC236}">
                <a16:creationId xmlns:a16="http://schemas.microsoft.com/office/drawing/2014/main" id="{77528AF1-E775-E4B1-88BE-C0314110D9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3303282"/>
              </p:ext>
            </p:extLst>
          </p:nvPr>
        </p:nvGraphicFramePr>
        <p:xfrm>
          <a:off x="7775024" y="3806355"/>
          <a:ext cx="3104525" cy="16580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1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5F2F69"/>
                          </a:solidFill>
                          <a:latin typeface="Red Hat Display" panose="020B0604020202020204" charset="0"/>
                          <a:ea typeface="Red Hat Display" panose="020B0604020202020204" charset="0"/>
                          <a:cs typeface="Red Hat Display" panose="020B0604020202020204" charset="0"/>
                          <a:sym typeface="Red Hat Display"/>
                        </a:rPr>
                        <a:t>Name</a:t>
                      </a:r>
                      <a:endParaRPr sz="2000" b="1" dirty="0">
                        <a:solidFill>
                          <a:srgbClr val="5F2F69"/>
                        </a:solidFill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5F2F69"/>
                          </a:solidFill>
                          <a:latin typeface="Red Hat Display" panose="020B0604020202020204" charset="0"/>
                          <a:ea typeface="Red Hat Display" panose="020B0604020202020204" charset="0"/>
                          <a:cs typeface="Red Hat Display" panose="020B0604020202020204" charset="0"/>
                          <a:sym typeface="Red Hat Display"/>
                        </a:rPr>
                        <a:t>ID</a:t>
                      </a:r>
                      <a:endParaRPr sz="2000" b="1" dirty="0">
                        <a:solidFill>
                          <a:srgbClr val="5F2F69"/>
                        </a:solidFill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5F2F69"/>
                          </a:solidFill>
                          <a:latin typeface="Red Hat Display" panose="020B0604020202020204" charset="0"/>
                          <a:ea typeface="Red Hat Display" panose="020B0604020202020204" charset="0"/>
                          <a:cs typeface="Red Hat Display" panose="020B0604020202020204" charset="0"/>
                          <a:sym typeface="Red Hat Display"/>
                        </a:rPr>
                        <a:t>Nour Muhammed</a:t>
                      </a:r>
                      <a:endParaRPr sz="2000" b="0" dirty="0">
                        <a:solidFill>
                          <a:srgbClr val="5F2F69"/>
                        </a:solidFill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5F2F69"/>
                          </a:solidFill>
                          <a:latin typeface="Red Hat Display" panose="020B0604020202020204" charset="0"/>
                          <a:ea typeface="Red Hat Display" panose="020B0604020202020204" charset="0"/>
                          <a:cs typeface="Red Hat Display" panose="020B0604020202020204" charset="0"/>
                          <a:sym typeface="Red Hat Display"/>
                        </a:rPr>
                        <a:t>20200605</a:t>
                      </a:r>
                      <a:endParaRPr sz="2000" b="0" dirty="0">
                        <a:solidFill>
                          <a:srgbClr val="5F2F69"/>
                        </a:solidFill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5F2F69"/>
                          </a:solidFill>
                          <a:latin typeface="Red Hat Display" panose="020B0604020202020204" charset="0"/>
                          <a:ea typeface="Red Hat Display" panose="020B0604020202020204" charset="0"/>
                          <a:cs typeface="Red Hat Display" panose="020B0604020202020204" charset="0"/>
                          <a:sym typeface="Red Hat Display"/>
                        </a:rPr>
                        <a:t>Beshoy Ashraf</a:t>
                      </a:r>
                      <a:endParaRPr sz="2000" b="0" dirty="0">
                        <a:solidFill>
                          <a:srgbClr val="5F2F69"/>
                        </a:solidFill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5F2F69"/>
                          </a:solidFill>
                          <a:latin typeface="Red Hat Display" panose="020B0604020202020204" charset="0"/>
                          <a:ea typeface="Red Hat Display" panose="020B0604020202020204" charset="0"/>
                          <a:cs typeface="Red Hat Display" panose="020B0604020202020204" charset="0"/>
                          <a:sym typeface="Red Hat Display"/>
                        </a:rPr>
                        <a:t>20200118</a:t>
                      </a:r>
                      <a:endParaRPr sz="2000" b="0" dirty="0">
                        <a:solidFill>
                          <a:srgbClr val="5F2F69"/>
                        </a:solidFill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5F2F69"/>
                          </a:solidFill>
                          <a:latin typeface="Red Hat Display" panose="020B0604020202020204" charset="0"/>
                          <a:ea typeface="Red Hat Display" panose="020B0604020202020204" charset="0"/>
                          <a:cs typeface="Red Hat Display" panose="020B0604020202020204" charset="0"/>
                          <a:sym typeface="Red Hat Display"/>
                        </a:rPr>
                        <a:t>John Fady</a:t>
                      </a:r>
                      <a:endParaRPr sz="2000" b="0" dirty="0">
                        <a:solidFill>
                          <a:srgbClr val="5F2F69"/>
                        </a:solidFill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5F2F69"/>
                          </a:solidFill>
                          <a:latin typeface="Red Hat Display" panose="020B0604020202020204" charset="0"/>
                          <a:ea typeface="Red Hat Display" panose="020B0604020202020204" charset="0"/>
                          <a:cs typeface="Red Hat Display" panose="020B0604020202020204" charset="0"/>
                          <a:sym typeface="Red Hat Display"/>
                        </a:rPr>
                        <a:t>20200133</a:t>
                      </a:r>
                      <a:endParaRPr sz="2000" b="0" dirty="0">
                        <a:solidFill>
                          <a:srgbClr val="5F2F69"/>
                        </a:solidFill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5F2F69"/>
                          </a:solidFill>
                          <a:latin typeface="Red Hat Display" panose="020B0604020202020204" charset="0"/>
                          <a:ea typeface="Red Hat Display" panose="020B0604020202020204" charset="0"/>
                          <a:cs typeface="Red Hat Display" panose="020B0604020202020204" charset="0"/>
                          <a:sym typeface="Red Hat Display"/>
                        </a:rPr>
                        <a:t>Mohamed Samy</a:t>
                      </a:r>
                      <a:endParaRPr sz="2000" b="0" dirty="0">
                        <a:solidFill>
                          <a:srgbClr val="5F2F69"/>
                        </a:solidFill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5F2F69"/>
                          </a:solidFill>
                          <a:latin typeface="Red Hat Display" panose="020B0604020202020204" charset="0"/>
                          <a:ea typeface="Red Hat Display" panose="020B0604020202020204" charset="0"/>
                          <a:cs typeface="Red Hat Display" panose="020B0604020202020204" charset="0"/>
                          <a:sym typeface="Red Hat Display"/>
                        </a:rPr>
                        <a:t>20200446</a:t>
                      </a:r>
                      <a:endParaRPr sz="2000" b="0" dirty="0">
                        <a:solidFill>
                          <a:srgbClr val="5F2F69"/>
                        </a:solidFill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7550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3" name="Swipe Swoosh Transition Sound Effect.wav"/>
          </p:stSnd>
        </p:sndAc>
      </p:transition>
    </mc:Choice>
    <mc:Fallback xmlns="">
      <p:transition>
        <p:fade/>
        <p:sndAc>
          <p:stSnd>
            <p:snd r:embed="rId8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A group of people sitting in front of a computer&#10;&#10;Description automatically generated">
            <a:extLst>
              <a:ext uri="{FF2B5EF4-FFF2-40B4-BE49-F238E27FC236}">
                <a16:creationId xmlns:a16="http://schemas.microsoft.com/office/drawing/2014/main" id="{82007634-6718-43BE-2F3E-B81315F53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5298" y="1496079"/>
            <a:ext cx="6525702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126384-A46C-D9D5-D243-B2D2FFCA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dirty="0">
                <a:solidFill>
                  <a:srgbClr val="5F2F69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TABLE OF CONTENTS</a:t>
            </a:r>
          </a:p>
        </p:txBody>
      </p:sp>
      <p:pic>
        <p:nvPicPr>
          <p:cNvPr id="9" name="Content Placeholder 8" descr="A person in glasses on a computer&#10;&#10;Description automatically generated">
            <a:extLst>
              <a:ext uri="{FF2B5EF4-FFF2-40B4-BE49-F238E27FC236}">
                <a16:creationId xmlns:a16="http://schemas.microsoft.com/office/drawing/2014/main" id="{69413941-6922-15D5-BDF9-80A8D5A4D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87510" y="1655114"/>
            <a:ext cx="4351338" cy="4351338"/>
          </a:xfrm>
        </p:spPr>
      </p:pic>
      <p:pic>
        <p:nvPicPr>
          <p:cNvPr id="4" name="Picture 3" descr="A purple and black gradient&#10;&#10;Description automatically generated">
            <a:extLst>
              <a:ext uri="{FF2B5EF4-FFF2-40B4-BE49-F238E27FC236}">
                <a16:creationId xmlns:a16="http://schemas.microsoft.com/office/drawing/2014/main" id="{166E1913-CD8B-07FC-C3DD-0E3CA085EC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5" name="Picture 4" descr="A purple and black gradient&#10;&#10;Description automatically generated">
            <a:extLst>
              <a:ext uri="{FF2B5EF4-FFF2-40B4-BE49-F238E27FC236}">
                <a16:creationId xmlns:a16="http://schemas.microsoft.com/office/drawing/2014/main" id="{9D778327-86B0-1DE0-075B-49837050EC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7" name="Google Shape;615;p2">
            <a:extLst>
              <a:ext uri="{FF2B5EF4-FFF2-40B4-BE49-F238E27FC236}">
                <a16:creationId xmlns:a16="http://schemas.microsoft.com/office/drawing/2014/main" id="{098C8EA2-E085-EF58-BABA-666415B4FCB1}"/>
              </a:ext>
            </a:extLst>
          </p:cNvPr>
          <p:cNvSpPr/>
          <p:nvPr/>
        </p:nvSpPr>
        <p:spPr>
          <a:xfrm>
            <a:off x="995914" y="1309365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0BF369-385A-8DA8-84A2-85F461A1DBF8}"/>
              </a:ext>
            </a:extLst>
          </p:cNvPr>
          <p:cNvGrpSpPr/>
          <p:nvPr/>
        </p:nvGrpSpPr>
        <p:grpSpPr>
          <a:xfrm>
            <a:off x="2393248" y="2598910"/>
            <a:ext cx="3230758" cy="689474"/>
            <a:chOff x="2393248" y="2733156"/>
            <a:chExt cx="3230758" cy="689474"/>
          </a:xfrm>
        </p:grpSpPr>
        <p:sp>
          <p:nvSpPr>
            <p:cNvPr id="31" name="Google Shape;604;p2">
              <a:extLst>
                <a:ext uri="{FF2B5EF4-FFF2-40B4-BE49-F238E27FC236}">
                  <a16:creationId xmlns:a16="http://schemas.microsoft.com/office/drawing/2014/main" id="{28BEF823-51ED-0351-4D2A-E5E0DC55BAE9}"/>
                </a:ext>
              </a:extLst>
            </p:cNvPr>
            <p:cNvSpPr txBox="1">
              <a:spLocks/>
            </p:cNvSpPr>
            <p:nvPr/>
          </p:nvSpPr>
          <p:spPr>
            <a:xfrm>
              <a:off x="2498104" y="2733156"/>
              <a:ext cx="842889" cy="471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Red Hat Display"/>
                <a:buNone/>
                <a:defRPr sz="3000" b="1" i="0" u="none" strike="noStrike" cap="none">
                  <a:solidFill>
                    <a:srgbClr val="E42524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4800"/>
                <a:buFont typeface="Red Hat Display"/>
                <a:buNone/>
                <a:tabLst/>
                <a:defRPr/>
              </a:pPr>
              <a:r>
                <a:rPr kumimoji="0" lang="en-US" sz="3000" b="1" i="0" u="none" strike="noStrike" kern="0" cap="none" spc="0" normalizeH="0" baseline="0" noProof="0" dirty="0">
                  <a:ln>
                    <a:noFill/>
                  </a:ln>
                  <a:solidFill>
                    <a:srgbClr val="3F174D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01</a:t>
              </a:r>
            </a:p>
          </p:txBody>
        </p:sp>
        <p:cxnSp>
          <p:nvCxnSpPr>
            <p:cNvPr id="37" name="Google Shape;610;p2">
              <a:extLst>
                <a:ext uri="{FF2B5EF4-FFF2-40B4-BE49-F238E27FC236}">
                  <a16:creationId xmlns:a16="http://schemas.microsoft.com/office/drawing/2014/main" id="{2CADBE09-A00D-10B1-29C7-EFAD6C96BE2F}"/>
                </a:ext>
              </a:extLst>
            </p:cNvPr>
            <p:cNvCxnSpPr/>
            <p:nvPr/>
          </p:nvCxnSpPr>
          <p:spPr>
            <a:xfrm rot="10800000">
              <a:off x="2393248" y="3221415"/>
              <a:ext cx="737100" cy="0"/>
            </a:xfrm>
            <a:prstGeom prst="straightConnector1">
              <a:avLst/>
            </a:prstGeom>
            <a:noFill/>
            <a:ln w="9525" cap="flat" cmpd="sng">
              <a:solidFill>
                <a:srgbClr val="008D8A"/>
              </a:solidFill>
              <a:prstDash val="solid"/>
              <a:round/>
              <a:headEnd type="diamond" w="lg" len="lg"/>
              <a:tailEnd type="none" w="sm" len="sm"/>
            </a:ln>
          </p:spPr>
        </p:cxnSp>
        <p:sp>
          <p:nvSpPr>
            <p:cNvPr id="39" name="Google Shape;612;p2">
              <a:extLst>
                <a:ext uri="{FF2B5EF4-FFF2-40B4-BE49-F238E27FC236}">
                  <a16:creationId xmlns:a16="http://schemas.microsoft.com/office/drawing/2014/main" id="{89322ABE-EDAA-7630-C255-7485D61BC7B4}"/>
                </a:ext>
              </a:extLst>
            </p:cNvPr>
            <p:cNvSpPr txBox="1">
              <a:spLocks/>
            </p:cNvSpPr>
            <p:nvPr/>
          </p:nvSpPr>
          <p:spPr>
            <a:xfrm>
              <a:off x="3303974" y="2844830"/>
              <a:ext cx="2320032" cy="5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8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200"/>
                <a:buFont typeface="Red Hat Display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F174D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Problem Statement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1221AAA-D933-8B90-8EB5-F76C6E98C1CE}"/>
              </a:ext>
            </a:extLst>
          </p:cNvPr>
          <p:cNvGrpSpPr/>
          <p:nvPr/>
        </p:nvGrpSpPr>
        <p:grpSpPr>
          <a:xfrm>
            <a:off x="5562002" y="2671280"/>
            <a:ext cx="3874129" cy="770574"/>
            <a:chOff x="5562002" y="2671280"/>
            <a:chExt cx="3874129" cy="770574"/>
          </a:xfrm>
        </p:grpSpPr>
        <p:sp>
          <p:nvSpPr>
            <p:cNvPr id="33" name="Google Shape;606;p2">
              <a:extLst>
                <a:ext uri="{FF2B5EF4-FFF2-40B4-BE49-F238E27FC236}">
                  <a16:creationId xmlns:a16="http://schemas.microsoft.com/office/drawing/2014/main" id="{9579149A-323D-3A22-395F-C92ED09BDE56}"/>
                </a:ext>
              </a:extLst>
            </p:cNvPr>
            <p:cNvSpPr txBox="1">
              <a:spLocks/>
            </p:cNvSpPr>
            <p:nvPr/>
          </p:nvSpPr>
          <p:spPr>
            <a:xfrm>
              <a:off x="8529831" y="2671280"/>
              <a:ext cx="906300" cy="5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Red Hat Display"/>
                <a:buNone/>
                <a:defRPr sz="3000" b="1" i="0" u="none" strike="noStrike" cap="none">
                  <a:solidFill>
                    <a:srgbClr val="E42524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4800"/>
                <a:buFont typeface="Red Hat Display"/>
                <a:buNone/>
                <a:tabLst/>
                <a:defRPr/>
              </a:pPr>
              <a:r>
                <a:rPr kumimoji="0" lang="en-US" sz="3000" b="1" i="0" u="none" strike="noStrike" kern="0" cap="none" spc="0" normalizeH="0" baseline="0" noProof="0" dirty="0">
                  <a:ln>
                    <a:noFill/>
                  </a:ln>
                  <a:solidFill>
                    <a:srgbClr val="3F174D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04</a:t>
              </a:r>
            </a:p>
          </p:txBody>
        </p:sp>
        <p:cxnSp>
          <p:nvCxnSpPr>
            <p:cNvPr id="35" name="Google Shape;608;p2">
              <a:extLst>
                <a:ext uri="{FF2B5EF4-FFF2-40B4-BE49-F238E27FC236}">
                  <a16:creationId xmlns:a16="http://schemas.microsoft.com/office/drawing/2014/main" id="{2D3F5CC7-F872-4B69-21D6-CE6A4456B9D3}"/>
                </a:ext>
              </a:extLst>
            </p:cNvPr>
            <p:cNvCxnSpPr/>
            <p:nvPr/>
          </p:nvCxnSpPr>
          <p:spPr>
            <a:xfrm>
              <a:off x="8501392" y="3255455"/>
              <a:ext cx="847200" cy="0"/>
            </a:xfrm>
            <a:prstGeom prst="straightConnector1">
              <a:avLst/>
            </a:prstGeom>
            <a:noFill/>
            <a:ln w="9525" cap="flat" cmpd="sng">
              <a:solidFill>
                <a:srgbClr val="008D8A"/>
              </a:solidFill>
              <a:prstDash val="solid"/>
              <a:round/>
              <a:headEnd type="diamond" w="lg" len="lg"/>
              <a:tailEnd type="none" w="sm" len="sm"/>
            </a:ln>
          </p:spPr>
        </p:cxnSp>
        <p:sp>
          <p:nvSpPr>
            <p:cNvPr id="40" name="Google Shape;613;p2">
              <a:extLst>
                <a:ext uri="{FF2B5EF4-FFF2-40B4-BE49-F238E27FC236}">
                  <a16:creationId xmlns:a16="http://schemas.microsoft.com/office/drawing/2014/main" id="{529B49AF-25CC-8569-5F9E-38D98E89D039}"/>
                </a:ext>
              </a:extLst>
            </p:cNvPr>
            <p:cNvSpPr txBox="1">
              <a:spLocks/>
            </p:cNvSpPr>
            <p:nvPr/>
          </p:nvSpPr>
          <p:spPr>
            <a:xfrm>
              <a:off x="5562002" y="2864054"/>
              <a:ext cx="2788990" cy="5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8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200"/>
                <a:buFont typeface="Red Hat Display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F174D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Project Specifications 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F528951-313A-B5DC-4C86-0A360BF950E6}"/>
              </a:ext>
            </a:extLst>
          </p:cNvPr>
          <p:cNvGrpSpPr/>
          <p:nvPr/>
        </p:nvGrpSpPr>
        <p:grpSpPr>
          <a:xfrm>
            <a:off x="2404857" y="3403634"/>
            <a:ext cx="3552407" cy="666244"/>
            <a:chOff x="2404857" y="3403634"/>
            <a:chExt cx="3552407" cy="666244"/>
          </a:xfrm>
        </p:grpSpPr>
        <p:sp>
          <p:nvSpPr>
            <p:cNvPr id="32" name="Google Shape;605;p2">
              <a:extLst>
                <a:ext uri="{FF2B5EF4-FFF2-40B4-BE49-F238E27FC236}">
                  <a16:creationId xmlns:a16="http://schemas.microsoft.com/office/drawing/2014/main" id="{51BD5470-F3F7-F726-2B5F-6269DF03DD6A}"/>
                </a:ext>
              </a:extLst>
            </p:cNvPr>
            <p:cNvSpPr txBox="1">
              <a:spLocks/>
            </p:cNvSpPr>
            <p:nvPr/>
          </p:nvSpPr>
          <p:spPr>
            <a:xfrm>
              <a:off x="2503931" y="3403634"/>
              <a:ext cx="842889" cy="471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Red Hat Display"/>
                <a:buNone/>
                <a:defRPr sz="3000" b="1" i="0" u="none" strike="noStrike" cap="none">
                  <a:solidFill>
                    <a:srgbClr val="E42524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4800"/>
                <a:buFont typeface="Red Hat Display"/>
                <a:buNone/>
                <a:tabLst/>
                <a:defRPr/>
              </a:pPr>
              <a:r>
                <a:rPr kumimoji="0" lang="en-US" sz="3000" b="1" i="0" u="none" strike="noStrike" kern="0" cap="none" spc="0" normalizeH="0" baseline="0" noProof="0" dirty="0">
                  <a:ln>
                    <a:noFill/>
                  </a:ln>
                  <a:solidFill>
                    <a:srgbClr val="3F174D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02</a:t>
              </a:r>
            </a:p>
          </p:txBody>
        </p:sp>
        <p:sp>
          <p:nvSpPr>
            <p:cNvPr id="38" name="Google Shape;611;p2">
              <a:extLst>
                <a:ext uri="{FF2B5EF4-FFF2-40B4-BE49-F238E27FC236}">
                  <a16:creationId xmlns:a16="http://schemas.microsoft.com/office/drawing/2014/main" id="{267D00F4-4138-F013-E51A-C743B0339FB6}"/>
                </a:ext>
              </a:extLst>
            </p:cNvPr>
            <p:cNvSpPr txBox="1">
              <a:spLocks/>
            </p:cNvSpPr>
            <p:nvPr/>
          </p:nvSpPr>
          <p:spPr>
            <a:xfrm>
              <a:off x="3319549" y="3492078"/>
              <a:ext cx="2637715" cy="5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8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200"/>
                <a:buFont typeface="Red Hat Display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F174D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Project Idea</a:t>
              </a:r>
            </a:p>
          </p:txBody>
        </p:sp>
        <p:cxnSp>
          <p:nvCxnSpPr>
            <p:cNvPr id="42" name="Google Shape;616;p2">
              <a:extLst>
                <a:ext uri="{FF2B5EF4-FFF2-40B4-BE49-F238E27FC236}">
                  <a16:creationId xmlns:a16="http://schemas.microsoft.com/office/drawing/2014/main" id="{608BEEEF-D4ED-F23B-5749-55FE7D8EC8BF}"/>
                </a:ext>
              </a:extLst>
            </p:cNvPr>
            <p:cNvCxnSpPr/>
            <p:nvPr/>
          </p:nvCxnSpPr>
          <p:spPr>
            <a:xfrm rot="10800000">
              <a:off x="2404857" y="3885056"/>
              <a:ext cx="737100" cy="0"/>
            </a:xfrm>
            <a:prstGeom prst="straightConnector1">
              <a:avLst/>
            </a:prstGeom>
            <a:noFill/>
            <a:ln w="9525" cap="flat" cmpd="sng">
              <a:solidFill>
                <a:srgbClr val="008D8A"/>
              </a:solidFill>
              <a:prstDash val="solid"/>
              <a:round/>
              <a:headEnd type="diamond" w="lg" len="lg"/>
              <a:tailEnd type="none" w="sm" len="sm"/>
            </a:ln>
          </p:spPr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3B48BEE-4C49-12A2-8AD4-3F6B273237D8}"/>
              </a:ext>
            </a:extLst>
          </p:cNvPr>
          <p:cNvGrpSpPr/>
          <p:nvPr/>
        </p:nvGrpSpPr>
        <p:grpSpPr>
          <a:xfrm>
            <a:off x="2458209" y="4079316"/>
            <a:ext cx="4122253" cy="712046"/>
            <a:chOff x="2458209" y="4079316"/>
            <a:chExt cx="4122253" cy="712046"/>
          </a:xfrm>
        </p:grpSpPr>
        <p:sp>
          <p:nvSpPr>
            <p:cNvPr id="43" name="Google Shape;618;p2">
              <a:extLst>
                <a:ext uri="{FF2B5EF4-FFF2-40B4-BE49-F238E27FC236}">
                  <a16:creationId xmlns:a16="http://schemas.microsoft.com/office/drawing/2014/main" id="{1E66798C-3FFD-CF92-10FA-BC9DBB276395}"/>
                </a:ext>
              </a:extLst>
            </p:cNvPr>
            <p:cNvSpPr txBox="1"/>
            <p:nvPr/>
          </p:nvSpPr>
          <p:spPr>
            <a:xfrm>
              <a:off x="2480114" y="4079316"/>
              <a:ext cx="933762" cy="471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64949"/>
                </a:buClr>
                <a:buSzPts val="4800"/>
                <a:buFont typeface="Red Hat Display"/>
                <a:buNone/>
              </a:pPr>
              <a:r>
                <a:rPr lang="en-US" sz="3000" b="1" kern="0" dirty="0">
                  <a:solidFill>
                    <a:srgbClr val="3F174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03</a:t>
              </a:r>
              <a:endParaRPr sz="1400" kern="0" dirty="0">
                <a:solidFill>
                  <a:srgbClr val="3F174D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Google Shape;619;p2">
              <a:extLst>
                <a:ext uri="{FF2B5EF4-FFF2-40B4-BE49-F238E27FC236}">
                  <a16:creationId xmlns:a16="http://schemas.microsoft.com/office/drawing/2014/main" id="{0136934B-5A46-C4C3-E986-4867E7696FA2}"/>
                </a:ext>
              </a:extLst>
            </p:cNvPr>
            <p:cNvSpPr txBox="1"/>
            <p:nvPr/>
          </p:nvSpPr>
          <p:spPr>
            <a:xfrm>
              <a:off x="3352680" y="4319377"/>
              <a:ext cx="3227782" cy="471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>
                <a:buClr>
                  <a:srgbClr val="064949"/>
                </a:buClr>
                <a:buSzPts val="1200"/>
                <a:buFont typeface="Red Hat Display"/>
                <a:buNone/>
              </a:pPr>
              <a:r>
                <a:rPr lang="en-US" b="1" kern="0" dirty="0">
                  <a:solidFill>
                    <a:srgbClr val="3F174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Project Objectives </a:t>
              </a:r>
              <a:endParaRPr sz="1400" kern="0" dirty="0">
                <a:solidFill>
                  <a:srgbClr val="3F174D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5" name="Google Shape;616;p2">
              <a:extLst>
                <a:ext uri="{FF2B5EF4-FFF2-40B4-BE49-F238E27FC236}">
                  <a16:creationId xmlns:a16="http://schemas.microsoft.com/office/drawing/2014/main" id="{326B74B0-9608-2637-3439-09B3AAA70886}"/>
                </a:ext>
              </a:extLst>
            </p:cNvPr>
            <p:cNvCxnSpPr/>
            <p:nvPr/>
          </p:nvCxnSpPr>
          <p:spPr>
            <a:xfrm rot="10800000">
              <a:off x="2458209" y="4606404"/>
              <a:ext cx="759435" cy="0"/>
            </a:xfrm>
            <a:prstGeom prst="straightConnector1">
              <a:avLst/>
            </a:prstGeom>
            <a:noFill/>
            <a:ln w="9525" cap="flat" cmpd="sng">
              <a:solidFill>
                <a:srgbClr val="008D8A"/>
              </a:solidFill>
              <a:prstDash val="solid"/>
              <a:round/>
              <a:headEnd type="diamond" w="lg" len="lg"/>
              <a:tailEnd type="none" w="sm" len="sm"/>
            </a:ln>
          </p:spPr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E04B7D7-BA17-4948-846B-38FE5B7711D2}"/>
              </a:ext>
            </a:extLst>
          </p:cNvPr>
          <p:cNvGrpSpPr/>
          <p:nvPr/>
        </p:nvGrpSpPr>
        <p:grpSpPr>
          <a:xfrm>
            <a:off x="6096000" y="3308127"/>
            <a:ext cx="3293570" cy="766452"/>
            <a:chOff x="6182680" y="3428176"/>
            <a:chExt cx="3293570" cy="766452"/>
          </a:xfrm>
        </p:grpSpPr>
        <p:sp>
          <p:nvSpPr>
            <p:cNvPr id="6" name="Google Shape;607;p2">
              <a:extLst>
                <a:ext uri="{FF2B5EF4-FFF2-40B4-BE49-F238E27FC236}">
                  <a16:creationId xmlns:a16="http://schemas.microsoft.com/office/drawing/2014/main" id="{B95C6726-C31F-057A-0C13-94AAA775CDD2}"/>
                </a:ext>
              </a:extLst>
            </p:cNvPr>
            <p:cNvSpPr txBox="1">
              <a:spLocks/>
            </p:cNvSpPr>
            <p:nvPr/>
          </p:nvSpPr>
          <p:spPr>
            <a:xfrm>
              <a:off x="8507850" y="3428176"/>
              <a:ext cx="968400" cy="5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Red Hat Display"/>
                <a:buNone/>
                <a:defRPr sz="3000" b="1" i="0" u="none" strike="noStrike" cap="none">
                  <a:solidFill>
                    <a:srgbClr val="E42524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Fira Sans Extra Condensed Medium"/>
                <a:buNone/>
                <a:defRPr sz="4800" b="1" i="0" u="none" strike="noStrike" cap="none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4800"/>
                <a:buFont typeface="Red Hat Display"/>
                <a:buNone/>
                <a:tabLst/>
                <a:defRPr/>
              </a:pPr>
              <a:r>
                <a:rPr kumimoji="0" lang="en-US" sz="3000" b="1" i="0" u="none" strike="noStrike" kern="0" cap="none" spc="0" normalizeH="0" baseline="0" noProof="0" dirty="0">
                  <a:ln>
                    <a:noFill/>
                  </a:ln>
                  <a:solidFill>
                    <a:srgbClr val="3F174D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05</a:t>
              </a:r>
            </a:p>
          </p:txBody>
        </p:sp>
        <p:cxnSp>
          <p:nvCxnSpPr>
            <p:cNvPr id="8" name="Google Shape;609;p2">
              <a:extLst>
                <a:ext uri="{FF2B5EF4-FFF2-40B4-BE49-F238E27FC236}">
                  <a16:creationId xmlns:a16="http://schemas.microsoft.com/office/drawing/2014/main" id="{B562448E-2669-ACFD-EC34-4AEB2E25BE64}"/>
                </a:ext>
              </a:extLst>
            </p:cNvPr>
            <p:cNvCxnSpPr/>
            <p:nvPr/>
          </p:nvCxnSpPr>
          <p:spPr>
            <a:xfrm>
              <a:off x="8501392" y="4005976"/>
              <a:ext cx="847200" cy="0"/>
            </a:xfrm>
            <a:prstGeom prst="straightConnector1">
              <a:avLst/>
            </a:prstGeom>
            <a:noFill/>
            <a:ln w="9525" cap="flat" cmpd="sng">
              <a:solidFill>
                <a:srgbClr val="008D8A"/>
              </a:solidFill>
              <a:prstDash val="solid"/>
              <a:round/>
              <a:headEnd type="diamond" w="lg" len="lg"/>
              <a:tailEnd type="none" w="sm" len="sm"/>
            </a:ln>
          </p:spPr>
        </p:cxnSp>
        <p:sp>
          <p:nvSpPr>
            <p:cNvPr id="10" name="Google Shape;614;p2">
              <a:extLst>
                <a:ext uri="{FF2B5EF4-FFF2-40B4-BE49-F238E27FC236}">
                  <a16:creationId xmlns:a16="http://schemas.microsoft.com/office/drawing/2014/main" id="{414E3ADE-5680-3798-0035-24A4CD43B295}"/>
                </a:ext>
              </a:extLst>
            </p:cNvPr>
            <p:cNvSpPr txBox="1">
              <a:spLocks/>
            </p:cNvSpPr>
            <p:nvPr/>
          </p:nvSpPr>
          <p:spPr>
            <a:xfrm>
              <a:off x="6182680" y="3616828"/>
              <a:ext cx="2151582" cy="5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8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ed Hat Display"/>
                <a:buNone/>
                <a:defRPr sz="12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200"/>
                <a:buFont typeface="Red Hat Display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F174D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Conclusion</a:t>
              </a:r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A5AEAC3-6495-B8E3-54DE-F7B591D19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39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2" name="Swipe Swoosh Transition Sound Effect.wav"/>
          </p:stSnd>
        </p:sndAc>
      </p:transition>
    </mc:Choice>
    <mc:Fallback xmlns="">
      <p:transition>
        <p:fade/>
        <p:sndAc>
          <p:stSnd>
            <p:snd r:embed="rId6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F7C9FD5-6D14-E9AD-2991-56EE9655D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931" y="487679"/>
            <a:ext cx="5461181" cy="5461181"/>
          </a:xfrm>
          <a:prstGeom prst="rect">
            <a:avLst/>
          </a:prstGeom>
        </p:spPr>
      </p:pic>
      <p:pic>
        <p:nvPicPr>
          <p:cNvPr id="10" name="Picture 9" descr="A purple and black gradient&#10;&#10;Description automatically generated">
            <a:extLst>
              <a:ext uri="{FF2B5EF4-FFF2-40B4-BE49-F238E27FC236}">
                <a16:creationId xmlns:a16="http://schemas.microsoft.com/office/drawing/2014/main" id="{648C1A16-D8DC-6803-798E-F075A5CAB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01854" y="-1332146"/>
            <a:ext cx="10477503" cy="5902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75EA4C-5C39-665C-AB1D-1C4CC474D4A0}"/>
              </a:ext>
            </a:extLst>
          </p:cNvPr>
          <p:cNvSpPr txBox="1"/>
          <p:nvPr/>
        </p:nvSpPr>
        <p:spPr>
          <a:xfrm>
            <a:off x="6289209" y="2551837"/>
            <a:ext cx="60981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PROBLEM</a:t>
            </a:r>
          </a:p>
          <a:p>
            <a:pPr algn="ctr"/>
            <a:r>
              <a:rPr lang="en-US" sz="5400" b="1" kern="0" dirty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STATEMENT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457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2" name="Swipe Swoosh Transition Sound Effect.wav"/>
          </p:stSnd>
        </p:sndAc>
      </p:transition>
    </mc:Choice>
    <mc:Fallback xmlns="">
      <p:transition>
        <p:fade/>
        <p:sndAc>
          <p:stSnd>
            <p:snd r:embed="rId5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gradient&#10;&#10;Description automatically generated">
            <a:extLst>
              <a:ext uri="{FF2B5EF4-FFF2-40B4-BE49-F238E27FC236}">
                <a16:creationId xmlns:a16="http://schemas.microsoft.com/office/drawing/2014/main" id="{5BE4AA30-8277-DE02-F109-939EA1E362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21" name="Picture 20" descr="A purple and black gradient&#10;&#10;Description automatically generated">
            <a:extLst>
              <a:ext uri="{FF2B5EF4-FFF2-40B4-BE49-F238E27FC236}">
                <a16:creationId xmlns:a16="http://schemas.microsoft.com/office/drawing/2014/main" id="{2CE1CA2A-EAFC-E327-2723-19855B4F5E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pic>
        <p:nvPicPr>
          <p:cNvPr id="6" name="Picture 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55C9BBF7-ACFE-E1BF-F427-71C00E5D5B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948" y="1729006"/>
            <a:ext cx="7678104" cy="38906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E8DF034-4C0F-F52A-142C-8E6F5649ED11}"/>
              </a:ext>
            </a:extLst>
          </p:cNvPr>
          <p:cNvSpPr txBox="1">
            <a:spLocks/>
          </p:cNvSpPr>
          <p:nvPr/>
        </p:nvSpPr>
        <p:spPr>
          <a:xfrm>
            <a:off x="895706" y="738960"/>
            <a:ext cx="3906356" cy="5704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400" b="1" dirty="0">
                <a:solidFill>
                  <a:srgbClr val="5F2F69"/>
                </a:solidFill>
                <a:latin typeface="Product Sans" panose="020B0403030502040203" pitchFamily="34" charset="0"/>
              </a:rPr>
              <a:t>How is it started ?</a:t>
            </a:r>
          </a:p>
        </p:txBody>
      </p:sp>
      <p:sp>
        <p:nvSpPr>
          <p:cNvPr id="11" name="Google Shape;615;p2">
            <a:extLst>
              <a:ext uri="{FF2B5EF4-FFF2-40B4-BE49-F238E27FC236}">
                <a16:creationId xmlns:a16="http://schemas.microsoft.com/office/drawing/2014/main" id="{8DDD5265-5389-0720-1EBF-2DCF1501C687}"/>
              </a:ext>
            </a:extLst>
          </p:cNvPr>
          <p:cNvSpPr/>
          <p:nvPr/>
        </p:nvSpPr>
        <p:spPr>
          <a:xfrm>
            <a:off x="995914" y="1309365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B70A0A2-5221-BE3F-59E7-ACB6B261DA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948" y="1626862"/>
            <a:ext cx="7604807" cy="4275616"/>
          </a:xfrm>
          <a:prstGeom prst="rect">
            <a:avLst/>
          </a:prstGeom>
        </p:spPr>
      </p:pic>
      <p:pic>
        <p:nvPicPr>
          <p:cNvPr id="12" name="Picture 11" descr="A person with glasses and a beard&#10;&#10;Description automatically generated">
            <a:extLst>
              <a:ext uri="{FF2B5EF4-FFF2-40B4-BE49-F238E27FC236}">
                <a16:creationId xmlns:a16="http://schemas.microsoft.com/office/drawing/2014/main" id="{4027BDCB-9A21-5CD1-7249-1A80A13B53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14" y="2514435"/>
            <a:ext cx="7782523" cy="4379775"/>
          </a:xfrm>
          <a:prstGeom prst="rect">
            <a:avLst/>
          </a:prstGeom>
        </p:spPr>
      </p:pic>
      <p:sp>
        <p:nvSpPr>
          <p:cNvPr id="13" name="Thought Bubble: Cloud 12">
            <a:extLst>
              <a:ext uri="{FF2B5EF4-FFF2-40B4-BE49-F238E27FC236}">
                <a16:creationId xmlns:a16="http://schemas.microsoft.com/office/drawing/2014/main" id="{8E417664-E90B-4EB0-C175-5FE721EAA54D}"/>
              </a:ext>
            </a:extLst>
          </p:cNvPr>
          <p:cNvSpPr/>
          <p:nvPr/>
        </p:nvSpPr>
        <p:spPr>
          <a:xfrm>
            <a:off x="5102980" y="955522"/>
            <a:ext cx="3906356" cy="2364957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Remember ?</a:t>
            </a:r>
          </a:p>
        </p:txBody>
      </p:sp>
      <p:pic>
        <p:nvPicPr>
          <p:cNvPr id="15" name="Picture 14" descr="A black and white text&#10;&#10;Description automatically generated">
            <a:extLst>
              <a:ext uri="{FF2B5EF4-FFF2-40B4-BE49-F238E27FC236}">
                <a16:creationId xmlns:a16="http://schemas.microsoft.com/office/drawing/2014/main" id="{13A6CEBD-FD8E-7829-D9E0-0D0ADFC9FD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351" y="1522703"/>
            <a:ext cx="2001110" cy="590328"/>
          </a:xfrm>
          <a:prstGeom prst="rect">
            <a:avLst/>
          </a:prstGeom>
        </p:spPr>
      </p:pic>
      <p:pic>
        <p:nvPicPr>
          <p:cNvPr id="4" name="Picture 3" descr="A screen shot of a message&#10;&#10;Description automatically generated">
            <a:extLst>
              <a:ext uri="{FF2B5EF4-FFF2-40B4-BE49-F238E27FC236}">
                <a16:creationId xmlns:a16="http://schemas.microsoft.com/office/drawing/2014/main" id="{616E88CD-EAE5-D3AD-8C88-A310BD4CDB2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494" y="-685323"/>
            <a:ext cx="8899985" cy="8899985"/>
          </a:xfrm>
          <a:prstGeom prst="rect">
            <a:avLst/>
          </a:prstGeom>
        </p:spPr>
      </p:pic>
      <p:pic>
        <p:nvPicPr>
          <p:cNvPr id="7" name="Picture 6" descr="A message box with text on it&#10;&#10;Description automatically generated">
            <a:extLst>
              <a:ext uri="{FF2B5EF4-FFF2-40B4-BE49-F238E27FC236}">
                <a16:creationId xmlns:a16="http://schemas.microsoft.com/office/drawing/2014/main" id="{202F99AA-BF25-5164-320F-37BC0A9DCD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494" y="-685323"/>
            <a:ext cx="8899985" cy="8899985"/>
          </a:xfrm>
          <a:prstGeom prst="rect">
            <a:avLst/>
          </a:prstGeom>
        </p:spPr>
      </p:pic>
      <p:pic>
        <p:nvPicPr>
          <p:cNvPr id="10" name="Picture 9" descr="A message box with text on it&#10;&#10;Description automatically generated">
            <a:extLst>
              <a:ext uri="{FF2B5EF4-FFF2-40B4-BE49-F238E27FC236}">
                <a16:creationId xmlns:a16="http://schemas.microsoft.com/office/drawing/2014/main" id="{3CEFB32D-5DB2-B3F2-43AB-45FAAE2F1CF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499" y="-1134318"/>
            <a:ext cx="9797973" cy="9797973"/>
          </a:xfrm>
          <a:prstGeom prst="rect">
            <a:avLst/>
          </a:prstGeom>
        </p:spPr>
      </p:pic>
      <p:pic>
        <p:nvPicPr>
          <p:cNvPr id="16" name="Picture 15" descr="A screen shot of a message&#10;&#10;Description automatically generated">
            <a:extLst>
              <a:ext uri="{FF2B5EF4-FFF2-40B4-BE49-F238E27FC236}">
                <a16:creationId xmlns:a16="http://schemas.microsoft.com/office/drawing/2014/main" id="{635D3068-A291-1073-3E51-40759456513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1" y="-1583309"/>
            <a:ext cx="9797971" cy="9797971"/>
          </a:xfrm>
          <a:prstGeom prst="rect">
            <a:avLst/>
          </a:prstGeom>
        </p:spPr>
      </p:pic>
      <p:pic>
        <p:nvPicPr>
          <p:cNvPr id="18" name="Picture 17" descr="A screen shot of a message&#10;&#10;Description automatically generated">
            <a:extLst>
              <a:ext uri="{FF2B5EF4-FFF2-40B4-BE49-F238E27FC236}">
                <a16:creationId xmlns:a16="http://schemas.microsoft.com/office/drawing/2014/main" id="{2D56AE45-AFAE-2B33-E14B-62C91B453ED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877" y="-1702354"/>
            <a:ext cx="9565368" cy="9565368"/>
          </a:xfrm>
          <a:prstGeom prst="rect">
            <a:avLst/>
          </a:prstGeom>
        </p:spPr>
      </p:pic>
      <p:pic>
        <p:nvPicPr>
          <p:cNvPr id="20" name="Picture 19" descr="A message on a screen&#10;&#10;Description automatically generated">
            <a:extLst>
              <a:ext uri="{FF2B5EF4-FFF2-40B4-BE49-F238E27FC236}">
                <a16:creationId xmlns:a16="http://schemas.microsoft.com/office/drawing/2014/main" id="{50128646-165B-49BE-03D8-FD820147240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16" y="-2149059"/>
            <a:ext cx="10929469" cy="10929469"/>
          </a:xfrm>
          <a:prstGeom prst="rect">
            <a:avLst/>
          </a:prstGeom>
        </p:spPr>
      </p:pic>
      <p:pic>
        <p:nvPicPr>
          <p:cNvPr id="26" name="Picture 25" descr="A screen shot of a message&#10;&#10;Description automatically generated">
            <a:extLst>
              <a:ext uri="{FF2B5EF4-FFF2-40B4-BE49-F238E27FC236}">
                <a16:creationId xmlns:a16="http://schemas.microsoft.com/office/drawing/2014/main" id="{1F67AA1A-9416-AFE6-2B93-AAE9EA0D721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59" y="-2149059"/>
            <a:ext cx="10929468" cy="1092946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10A55C0-6787-9CE6-A2EC-DB9674AD78E4}"/>
              </a:ext>
            </a:extLst>
          </p:cNvPr>
          <p:cNvSpPr/>
          <p:nvPr/>
        </p:nvSpPr>
        <p:spPr>
          <a:xfrm>
            <a:off x="342900" y="3429000"/>
            <a:ext cx="1081639" cy="923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5570CCD-F85C-F1DE-0AB0-00CFEC72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55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3" name="Swipe Swoosh Transition Sound Effect.wav"/>
          </p:stSnd>
        </p:sndAc>
      </p:transition>
    </mc:Choice>
    <mc:Fallback xmlns="">
      <p:transition>
        <p:fade/>
        <p:sndAc>
          <p:stSnd>
            <p:snd r:embed="rId19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IPhone Notification Sound ( Default Notification Sound )｜｜ Ios 14 Notification Sou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mm Sound Effect ｜ Soundboard Link 🔽🔽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20000"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IPhone Notification Sound ( Default Notification Sound )｜｜ Ios 14 Notification Sou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IPhone Notification Sound ( Default Notification Sound )｜｜ Ios 14 Notification Sou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IPhone Notification Sound ( Default Notification Sound )｜｜ Ios 14 Notification Sou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9000"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IPhone Notification Sound ( Default Notification Sound )｜｜ Ios 14 Notification Sou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9000"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IPhone Notification Sound ( Default Notification Sound )｜｜ Ios 14 Notification Sou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22000"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IPhone Notification Sound ( Default Notification Sound )｜｜ Ios 14 Notification Sou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17000"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IPhone Notification Sound ( Default Notification Sound )｜｜ Ios 14 Notification Sou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22000">
                                        <p:cTn display="0" masterRel="sameClick">
                                          <p:stCondLst>
                                            <p:cond evt="begin" delay="0">
                                              <p:tn val="1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IPhone Notification Sound ( Default Notification Sound )｜｜ Ios 14 Notification Sou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3" grpId="0" animBg="1"/>
      <p:bldP spid="13" grpId="1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gradient&#10;&#10;Description automatically generated">
            <a:extLst>
              <a:ext uri="{FF2B5EF4-FFF2-40B4-BE49-F238E27FC236}">
                <a16:creationId xmlns:a16="http://schemas.microsoft.com/office/drawing/2014/main" id="{5BE4AA30-8277-DE02-F109-939EA1E362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21" name="Picture 20" descr="A purple and black gradient&#10;&#10;Description automatically generated">
            <a:extLst>
              <a:ext uri="{FF2B5EF4-FFF2-40B4-BE49-F238E27FC236}">
                <a16:creationId xmlns:a16="http://schemas.microsoft.com/office/drawing/2014/main" id="{2CE1CA2A-EAFC-E327-2723-19855B4F5E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E8DF034-4C0F-F52A-142C-8E6F5649ED11}"/>
              </a:ext>
            </a:extLst>
          </p:cNvPr>
          <p:cNvSpPr txBox="1">
            <a:spLocks/>
          </p:cNvSpPr>
          <p:nvPr/>
        </p:nvSpPr>
        <p:spPr>
          <a:xfrm>
            <a:off x="732948" y="738960"/>
            <a:ext cx="4357212" cy="5704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srgbClr val="5F2F69"/>
                </a:solidFill>
                <a:latin typeface="Product Sans" panose="020B0403030502040203" pitchFamily="34" charset="0"/>
              </a:rPr>
              <a:t>Problem Statement</a:t>
            </a:r>
          </a:p>
        </p:txBody>
      </p:sp>
      <p:sp>
        <p:nvSpPr>
          <p:cNvPr id="11" name="Google Shape;615;p2">
            <a:extLst>
              <a:ext uri="{FF2B5EF4-FFF2-40B4-BE49-F238E27FC236}">
                <a16:creationId xmlns:a16="http://schemas.microsoft.com/office/drawing/2014/main" id="{8DDD5265-5389-0720-1EBF-2DCF1501C687}"/>
              </a:ext>
            </a:extLst>
          </p:cNvPr>
          <p:cNvSpPr/>
          <p:nvPr/>
        </p:nvSpPr>
        <p:spPr>
          <a:xfrm>
            <a:off x="995914" y="1309365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547;p7">
            <a:extLst>
              <a:ext uri="{FF2B5EF4-FFF2-40B4-BE49-F238E27FC236}">
                <a16:creationId xmlns:a16="http://schemas.microsoft.com/office/drawing/2014/main" id="{B284F669-F25A-CECD-2F6F-B8A9BB0BB61F}"/>
              </a:ext>
            </a:extLst>
          </p:cNvPr>
          <p:cNvSpPr txBox="1">
            <a:spLocks/>
          </p:cNvSpPr>
          <p:nvPr/>
        </p:nvSpPr>
        <p:spPr>
          <a:xfrm>
            <a:off x="1314737" y="1717140"/>
            <a:ext cx="5455873" cy="425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2F69"/>
              </a:buClr>
              <a:buSzPts val="1800"/>
              <a:buFont typeface="Noto Sans Symbols"/>
              <a:buChar char="❑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We are trying to solve the Learning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Distraction</a:t>
            </a:r>
            <a:r>
              <a:rPr kumimoji="0" lang="ar-EG" sz="2400" b="0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process that can Cause :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5F2F6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F2F6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Inefficient.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5F2F69"/>
              </a:solidFill>
              <a:effectLst/>
              <a:uLnTx/>
              <a:uFillTx/>
              <a:sym typeface="Arial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F2F6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Time-consuming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5F2F69"/>
              </a:solidFill>
              <a:effectLst/>
              <a:uLnTx/>
              <a:uFillTx/>
              <a:sym typeface="Arial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F2F6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Limited access to information about available Content.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5F2F69"/>
              </a:solidFill>
              <a:effectLst/>
              <a:uLnTx/>
              <a:uFillTx/>
              <a:sym typeface="Arial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F2F6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Failing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5F2F69"/>
              </a:solidFill>
              <a:effectLst/>
              <a:uLnTx/>
              <a:uFillTx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64949"/>
              </a:buClr>
              <a:buSzPts val="18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Which leads to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dissatisfaction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5F2F6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Picture 3" descr="A cartoon of two men with question marks&#10;&#10;Description automatically generated">
            <a:extLst>
              <a:ext uri="{FF2B5EF4-FFF2-40B4-BE49-F238E27FC236}">
                <a16:creationId xmlns:a16="http://schemas.microsoft.com/office/drawing/2014/main" id="{553A7EF1-FEAC-0957-72FE-272BF28947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715" y="1309365"/>
            <a:ext cx="4719666" cy="471966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FC7753-1768-07CF-B0D3-A8AB7D43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55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3" name="Swipe Swoosh Transition Sound Effect.wav"/>
          </p:stSnd>
        </p:sndAc>
      </p:transition>
    </mc:Choice>
    <mc:Fallback xmlns="">
      <p:transition>
        <p:fade/>
        <p:sndAc>
          <p:stSnd>
            <p:snd r:embed="rId6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light bulb with a spiral around it&#10;&#10;Description automatically generated">
            <a:extLst>
              <a:ext uri="{FF2B5EF4-FFF2-40B4-BE49-F238E27FC236}">
                <a16:creationId xmlns:a16="http://schemas.microsoft.com/office/drawing/2014/main" id="{0F7C9FD5-6D14-E9AD-2991-56EE9655D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135" y="-162379"/>
            <a:ext cx="6858000" cy="6858000"/>
          </a:xfrm>
          <a:prstGeom prst="rect">
            <a:avLst/>
          </a:prstGeom>
        </p:spPr>
      </p:pic>
      <p:pic>
        <p:nvPicPr>
          <p:cNvPr id="10" name="Picture 9" descr="A purple and black gradient&#10;&#10;Description automatically generated">
            <a:extLst>
              <a:ext uri="{FF2B5EF4-FFF2-40B4-BE49-F238E27FC236}">
                <a16:creationId xmlns:a16="http://schemas.microsoft.com/office/drawing/2014/main" id="{648C1A16-D8DC-6803-798E-F075A5CAB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01854" y="-1332146"/>
            <a:ext cx="10477503" cy="5902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75EA4C-5C39-665C-AB1D-1C4CC474D4A0}"/>
              </a:ext>
            </a:extLst>
          </p:cNvPr>
          <p:cNvSpPr txBox="1"/>
          <p:nvPr/>
        </p:nvSpPr>
        <p:spPr>
          <a:xfrm>
            <a:off x="6191532" y="2459504"/>
            <a:ext cx="60981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PROJECT</a:t>
            </a:r>
          </a:p>
          <a:p>
            <a:pPr algn="ctr"/>
            <a:r>
              <a:rPr kumimoji="0" 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IDEA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932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2" name="Swipe Swoosh Transition Sound Effect.wav"/>
          </p:stSnd>
        </p:sndAc>
      </p:transition>
    </mc:Choice>
    <mc:Fallback xmlns="">
      <p:transition>
        <p:fade/>
        <p:sndAc>
          <p:stSnd>
            <p:snd r:embed="rId5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26384-A46C-D9D5-D243-B2D2FFCA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dirty="0">
                <a:solidFill>
                  <a:srgbClr val="5F2F69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Project Idea</a:t>
            </a:r>
          </a:p>
        </p:txBody>
      </p:sp>
      <p:pic>
        <p:nvPicPr>
          <p:cNvPr id="4" name="Picture 3" descr="A purple and black gradient&#10;&#10;Description automatically generated">
            <a:extLst>
              <a:ext uri="{FF2B5EF4-FFF2-40B4-BE49-F238E27FC236}">
                <a16:creationId xmlns:a16="http://schemas.microsoft.com/office/drawing/2014/main" id="{166E1913-CD8B-07FC-C3DD-0E3CA085EC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5" name="Picture 4" descr="A purple and black gradient&#10;&#10;Description automatically generated">
            <a:extLst>
              <a:ext uri="{FF2B5EF4-FFF2-40B4-BE49-F238E27FC236}">
                <a16:creationId xmlns:a16="http://schemas.microsoft.com/office/drawing/2014/main" id="{9D778327-86B0-1DE0-075B-49837050E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7" name="Google Shape;615;p2">
            <a:extLst>
              <a:ext uri="{FF2B5EF4-FFF2-40B4-BE49-F238E27FC236}">
                <a16:creationId xmlns:a16="http://schemas.microsoft.com/office/drawing/2014/main" id="{098C8EA2-E085-EF58-BABA-666415B4FCB1}"/>
              </a:ext>
            </a:extLst>
          </p:cNvPr>
          <p:cNvSpPr/>
          <p:nvPr/>
        </p:nvSpPr>
        <p:spPr>
          <a:xfrm>
            <a:off x="954349" y="1309365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Picture 9" descr="A person wearing headphones writing on a notebook&#10;&#10;Description automatically generated">
            <a:extLst>
              <a:ext uri="{FF2B5EF4-FFF2-40B4-BE49-F238E27FC236}">
                <a16:creationId xmlns:a16="http://schemas.microsoft.com/office/drawing/2014/main" id="{77C3754A-19B6-1846-C5BC-EDBA0CF9BF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1475"/>
            <a:ext cx="5683995" cy="4019248"/>
          </a:xfrm>
          <a:prstGeom prst="rect">
            <a:avLst/>
          </a:prstGeom>
        </p:spPr>
      </p:pic>
      <p:grpSp>
        <p:nvGrpSpPr>
          <p:cNvPr id="16" name="Google Shape;902;p4">
            <a:extLst>
              <a:ext uri="{FF2B5EF4-FFF2-40B4-BE49-F238E27FC236}">
                <a16:creationId xmlns:a16="http://schemas.microsoft.com/office/drawing/2014/main" id="{0BFB466F-8F72-863B-A531-29A7C5CF674F}"/>
              </a:ext>
            </a:extLst>
          </p:cNvPr>
          <p:cNvGrpSpPr/>
          <p:nvPr/>
        </p:nvGrpSpPr>
        <p:grpSpPr>
          <a:xfrm rot="5400000">
            <a:off x="6894163" y="31012"/>
            <a:ext cx="1088472" cy="3645179"/>
            <a:chOff x="4012203" y="-266011"/>
            <a:chExt cx="3527400" cy="4516197"/>
          </a:xfrm>
          <a:gradFill flip="none" rotWithShape="1">
            <a:gsLst>
              <a:gs pos="0">
                <a:srgbClr val="B93DD6">
                  <a:shade val="30000"/>
                  <a:satMod val="115000"/>
                </a:srgbClr>
              </a:gs>
              <a:gs pos="50000">
                <a:srgbClr val="B93DD6">
                  <a:shade val="67500"/>
                  <a:satMod val="115000"/>
                </a:srgbClr>
              </a:gs>
              <a:gs pos="100000">
                <a:srgbClr val="B93DD6">
                  <a:shade val="100000"/>
                  <a:satMod val="115000"/>
                </a:srgbClr>
              </a:gs>
            </a:gsLst>
            <a:lin ang="8100000" scaled="1"/>
            <a:tileRect/>
          </a:gradFill>
        </p:grpSpPr>
        <p:sp>
          <p:nvSpPr>
            <p:cNvPr id="17" name="Google Shape;903;p4">
              <a:extLst>
                <a:ext uri="{FF2B5EF4-FFF2-40B4-BE49-F238E27FC236}">
                  <a16:creationId xmlns:a16="http://schemas.microsoft.com/office/drawing/2014/main" id="{C590521C-4104-DA0A-2352-9C42B31F4D26}"/>
                </a:ext>
              </a:extLst>
            </p:cNvPr>
            <p:cNvSpPr/>
            <p:nvPr/>
          </p:nvSpPr>
          <p:spPr>
            <a:xfrm>
              <a:off x="4012203" y="-266011"/>
              <a:ext cx="3527400" cy="38271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904;p4">
              <a:extLst>
                <a:ext uri="{FF2B5EF4-FFF2-40B4-BE49-F238E27FC236}">
                  <a16:creationId xmlns:a16="http://schemas.microsoft.com/office/drawing/2014/main" id="{894AF938-E4BA-FD5A-6133-ED82BB0C59A8}"/>
                </a:ext>
              </a:extLst>
            </p:cNvPr>
            <p:cNvSpPr/>
            <p:nvPr/>
          </p:nvSpPr>
          <p:spPr>
            <a:xfrm rot="-5400000" flipH="1">
              <a:off x="5832625" y="2904236"/>
              <a:ext cx="689100" cy="20028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D17D3AB-D224-D64C-5541-3FB185B12258}"/>
              </a:ext>
            </a:extLst>
          </p:cNvPr>
          <p:cNvSpPr txBox="1"/>
          <p:nvPr/>
        </p:nvSpPr>
        <p:spPr>
          <a:xfrm>
            <a:off x="6522195" y="1576602"/>
            <a:ext cx="24185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1000"/>
              <a:buFont typeface="Red Hat Display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82D4AF-7920-4D05-DF05-9FDF048970A1}"/>
              </a:ext>
            </a:extLst>
          </p:cNvPr>
          <p:cNvSpPr txBox="1"/>
          <p:nvPr/>
        </p:nvSpPr>
        <p:spPr>
          <a:xfrm>
            <a:off x="5893908" y="2756889"/>
            <a:ext cx="6093724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5F2F69"/>
                </a:solidFill>
                <a:latin typeface="Red Hat Display" panose="020B0604020202020204"/>
              </a:rPr>
              <a:t>No Need For Learning Distractions:</a:t>
            </a:r>
            <a:endParaRPr lang="en-US" sz="2400" b="0" i="0" dirty="0">
              <a:solidFill>
                <a:srgbClr val="5F2F69"/>
              </a:solidFill>
              <a:effectLst/>
              <a:latin typeface="Red Hat Display" panose="020B0604020202020204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F2F69"/>
                </a:solidFill>
                <a:latin typeface="Red Hat Display" panose="020B0604020202020204"/>
              </a:rPr>
              <a:t>Comprehensive Administrative Tools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F2F69"/>
                </a:solidFill>
                <a:latin typeface="Red Hat Display" panose="020B0604020202020204"/>
              </a:rPr>
              <a:t>Efficient Content Management</a:t>
            </a:r>
            <a:endParaRPr lang="en-US" sz="2400" i="0" dirty="0">
              <a:solidFill>
                <a:srgbClr val="5F2F69"/>
              </a:solidFill>
              <a:effectLst/>
              <a:latin typeface="Red Hat Display" panose="020B0604020202020204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F2F69"/>
                </a:solidFill>
                <a:latin typeface="Red Hat Display" panose="020B0604020202020204"/>
              </a:rPr>
              <a:t>Interactive Learning Environment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5F2F69"/>
                </a:solidFill>
                <a:effectLst/>
                <a:latin typeface="Red Hat Display" panose="020B0604020202020204"/>
              </a:rPr>
              <a:t>Smart Learning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660024-1531-26A6-5F25-87BC05F07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89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3" name="Swipe Swoosh Transition Sound Effect.wav"/>
          </p:stSnd>
        </p:sndAc>
      </p:transition>
    </mc:Choice>
    <mc:Fallback xmlns="">
      <p:transition>
        <p:fade/>
        <p:sndAc>
          <p:stSnd>
            <p:snd r:embed="rId6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26384-A46C-D9D5-D243-B2D2FFC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635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400" b="1" dirty="0">
                <a:solidFill>
                  <a:srgbClr val="5F2F69"/>
                </a:solidFill>
                <a:latin typeface="Product Sans" panose="020B0403030502040203" pitchFamily="34" charset="0"/>
              </a:rPr>
              <a:t>Project Idea</a:t>
            </a:r>
          </a:p>
        </p:txBody>
      </p:sp>
      <p:pic>
        <p:nvPicPr>
          <p:cNvPr id="4" name="Picture 3" descr="A purple and black gradient&#10;&#10;Description automatically generated">
            <a:extLst>
              <a:ext uri="{FF2B5EF4-FFF2-40B4-BE49-F238E27FC236}">
                <a16:creationId xmlns:a16="http://schemas.microsoft.com/office/drawing/2014/main" id="{166E1913-CD8B-07FC-C3DD-0E3CA085EC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5" name="Picture 4" descr="A purple and black gradient&#10;&#10;Description automatically generated">
            <a:extLst>
              <a:ext uri="{FF2B5EF4-FFF2-40B4-BE49-F238E27FC236}">
                <a16:creationId xmlns:a16="http://schemas.microsoft.com/office/drawing/2014/main" id="{9D778327-86B0-1DE0-075B-49837050E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7" name="Google Shape;615;p2">
            <a:extLst>
              <a:ext uri="{FF2B5EF4-FFF2-40B4-BE49-F238E27FC236}">
                <a16:creationId xmlns:a16="http://schemas.microsoft.com/office/drawing/2014/main" id="{098C8EA2-E085-EF58-BABA-666415B4FCB1}"/>
              </a:ext>
            </a:extLst>
          </p:cNvPr>
          <p:cNvSpPr/>
          <p:nvPr/>
        </p:nvSpPr>
        <p:spPr>
          <a:xfrm>
            <a:off x="887650" y="1309365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1468;p5">
            <a:extLst>
              <a:ext uri="{FF2B5EF4-FFF2-40B4-BE49-F238E27FC236}">
                <a16:creationId xmlns:a16="http://schemas.microsoft.com/office/drawing/2014/main" id="{7BF642A9-E7A5-3D5F-54E8-D06581201C04}"/>
              </a:ext>
            </a:extLst>
          </p:cNvPr>
          <p:cNvCxnSpPr>
            <a:cxnSpLocks/>
            <a:stCxn id="6" idx="1"/>
          </p:cNvCxnSpPr>
          <p:nvPr/>
        </p:nvCxnSpPr>
        <p:spPr>
          <a:xfrm flipV="1">
            <a:off x="2230209" y="3919073"/>
            <a:ext cx="9961791" cy="12039"/>
          </a:xfrm>
          <a:prstGeom prst="straightConnector1">
            <a:avLst/>
          </a:prstGeom>
          <a:noFill/>
          <a:ln w="9525" cap="flat" cmpd="sng">
            <a:solidFill>
              <a:srgbClr val="3F174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469;p5">
            <a:extLst>
              <a:ext uri="{FF2B5EF4-FFF2-40B4-BE49-F238E27FC236}">
                <a16:creationId xmlns:a16="http://schemas.microsoft.com/office/drawing/2014/main" id="{D4DF4E16-063B-00D3-F9BE-478E4C01013C}"/>
              </a:ext>
            </a:extLst>
          </p:cNvPr>
          <p:cNvSpPr/>
          <p:nvPr/>
        </p:nvSpPr>
        <p:spPr>
          <a:xfrm>
            <a:off x="2230209" y="3818058"/>
            <a:ext cx="226107" cy="226107"/>
          </a:xfrm>
          <a:prstGeom prst="rect">
            <a:avLst/>
          </a:prstGeom>
          <a:solidFill>
            <a:srgbClr val="5F2F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70;p5">
            <a:extLst>
              <a:ext uri="{FF2B5EF4-FFF2-40B4-BE49-F238E27FC236}">
                <a16:creationId xmlns:a16="http://schemas.microsoft.com/office/drawing/2014/main" id="{CC0A6687-EF01-60E1-E1C0-506D7F7C54FE}"/>
              </a:ext>
            </a:extLst>
          </p:cNvPr>
          <p:cNvSpPr/>
          <p:nvPr/>
        </p:nvSpPr>
        <p:spPr>
          <a:xfrm>
            <a:off x="5962563" y="3804946"/>
            <a:ext cx="226107" cy="226107"/>
          </a:xfrm>
          <a:prstGeom prst="rect">
            <a:avLst/>
          </a:prstGeom>
          <a:solidFill>
            <a:srgbClr val="5F2F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471;p5">
            <a:extLst>
              <a:ext uri="{FF2B5EF4-FFF2-40B4-BE49-F238E27FC236}">
                <a16:creationId xmlns:a16="http://schemas.microsoft.com/office/drawing/2014/main" id="{1B117FAA-0170-30E5-5566-E612FE8DD0F0}"/>
              </a:ext>
            </a:extLst>
          </p:cNvPr>
          <p:cNvSpPr/>
          <p:nvPr/>
        </p:nvSpPr>
        <p:spPr>
          <a:xfrm>
            <a:off x="9349143" y="3819152"/>
            <a:ext cx="226107" cy="226107"/>
          </a:xfrm>
          <a:prstGeom prst="rect">
            <a:avLst/>
          </a:prstGeom>
          <a:solidFill>
            <a:srgbClr val="5F2F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464;p5">
            <a:extLst>
              <a:ext uri="{FF2B5EF4-FFF2-40B4-BE49-F238E27FC236}">
                <a16:creationId xmlns:a16="http://schemas.microsoft.com/office/drawing/2014/main" id="{44067008-2CED-9B80-7332-60DF163EF84A}"/>
              </a:ext>
            </a:extLst>
          </p:cNvPr>
          <p:cNvSpPr txBox="1">
            <a:spLocks/>
          </p:cNvSpPr>
          <p:nvPr/>
        </p:nvSpPr>
        <p:spPr>
          <a:xfrm>
            <a:off x="8033255" y="4538342"/>
            <a:ext cx="2857882" cy="111084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</a:pPr>
            <a:r>
              <a:rPr lang="en-US" sz="160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Develop a user-friendly platform to provide direct communication between the Educator and the Learner. </a:t>
            </a:r>
            <a:endParaRPr lang="en-US" sz="3200" dirty="0">
              <a:solidFill>
                <a:srgbClr val="5F2F69"/>
              </a:solidFill>
            </a:endParaRPr>
          </a:p>
        </p:txBody>
      </p:sp>
      <p:sp>
        <p:nvSpPr>
          <p:cNvPr id="24" name="Google Shape;1465;p5">
            <a:extLst>
              <a:ext uri="{FF2B5EF4-FFF2-40B4-BE49-F238E27FC236}">
                <a16:creationId xmlns:a16="http://schemas.microsoft.com/office/drawing/2014/main" id="{B2BFFB26-F4A7-3726-ED9D-AADB917292E0}"/>
              </a:ext>
            </a:extLst>
          </p:cNvPr>
          <p:cNvSpPr txBox="1">
            <a:spLocks/>
          </p:cNvSpPr>
          <p:nvPr/>
        </p:nvSpPr>
        <p:spPr>
          <a:xfrm>
            <a:off x="8365246" y="4044165"/>
            <a:ext cx="219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VALUES</a:t>
            </a:r>
          </a:p>
        </p:txBody>
      </p:sp>
      <p:sp>
        <p:nvSpPr>
          <p:cNvPr id="26" name="Google Shape;1472;p5">
            <a:extLst>
              <a:ext uri="{FF2B5EF4-FFF2-40B4-BE49-F238E27FC236}">
                <a16:creationId xmlns:a16="http://schemas.microsoft.com/office/drawing/2014/main" id="{4412E083-3E9B-9ADE-A8E7-47561841C4CE}"/>
              </a:ext>
            </a:extLst>
          </p:cNvPr>
          <p:cNvSpPr txBox="1">
            <a:spLocks/>
          </p:cNvSpPr>
          <p:nvPr/>
        </p:nvSpPr>
        <p:spPr>
          <a:xfrm>
            <a:off x="859940" y="4538342"/>
            <a:ext cx="2996235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</a:pPr>
            <a:r>
              <a:rPr lang="en-US" sz="160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Create a E-Learning Platform that simplifies Learning and Teaching processes</a:t>
            </a:r>
            <a:endParaRPr lang="en-US" sz="3200" dirty="0">
              <a:solidFill>
                <a:srgbClr val="5F2F69"/>
              </a:solidFill>
            </a:endParaRPr>
          </a:p>
        </p:txBody>
      </p:sp>
      <p:sp>
        <p:nvSpPr>
          <p:cNvPr id="27" name="Google Shape;1473;p5">
            <a:extLst>
              <a:ext uri="{FF2B5EF4-FFF2-40B4-BE49-F238E27FC236}">
                <a16:creationId xmlns:a16="http://schemas.microsoft.com/office/drawing/2014/main" id="{1BD0D4AF-55AF-2993-8824-4CE11E711AED}"/>
              </a:ext>
            </a:extLst>
          </p:cNvPr>
          <p:cNvSpPr txBox="1">
            <a:spLocks/>
          </p:cNvSpPr>
          <p:nvPr/>
        </p:nvSpPr>
        <p:spPr>
          <a:xfrm>
            <a:off x="1246312" y="4044165"/>
            <a:ext cx="219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MISSION</a:t>
            </a:r>
          </a:p>
        </p:txBody>
      </p:sp>
      <p:sp>
        <p:nvSpPr>
          <p:cNvPr id="28" name="Google Shape;1475;p5">
            <a:extLst>
              <a:ext uri="{FF2B5EF4-FFF2-40B4-BE49-F238E27FC236}">
                <a16:creationId xmlns:a16="http://schemas.microsoft.com/office/drawing/2014/main" id="{1EB090BB-2021-8AC7-21DC-306EEEB8F3BA}"/>
              </a:ext>
            </a:extLst>
          </p:cNvPr>
          <p:cNvSpPr txBox="1">
            <a:spLocks/>
          </p:cNvSpPr>
          <p:nvPr/>
        </p:nvSpPr>
        <p:spPr>
          <a:xfrm>
            <a:off x="4676765" y="4538342"/>
            <a:ext cx="2723225" cy="781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</a:pPr>
            <a:r>
              <a:rPr lang="en-US" sz="160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Make our Platform the best platform for Education Worldwide.  </a:t>
            </a:r>
          </a:p>
        </p:txBody>
      </p:sp>
      <p:sp>
        <p:nvSpPr>
          <p:cNvPr id="29" name="Google Shape;1476;p5">
            <a:extLst>
              <a:ext uri="{FF2B5EF4-FFF2-40B4-BE49-F238E27FC236}">
                <a16:creationId xmlns:a16="http://schemas.microsoft.com/office/drawing/2014/main" id="{9060DD8D-410A-8B00-BB42-3B2BC4C83978}"/>
              </a:ext>
            </a:extLst>
          </p:cNvPr>
          <p:cNvSpPr txBox="1">
            <a:spLocks/>
          </p:cNvSpPr>
          <p:nvPr/>
        </p:nvSpPr>
        <p:spPr>
          <a:xfrm>
            <a:off x="5377453" y="4014046"/>
            <a:ext cx="1437093" cy="572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VISION</a:t>
            </a:r>
          </a:p>
        </p:txBody>
      </p:sp>
      <p:pic>
        <p:nvPicPr>
          <p:cNvPr id="1026" name="Picture 2" descr="Vector mission vision and values icon organization mission success and growth concepts flat design vector illustration">
            <a:extLst>
              <a:ext uri="{FF2B5EF4-FFF2-40B4-BE49-F238E27FC236}">
                <a16:creationId xmlns:a16="http://schemas.microsoft.com/office/drawing/2014/main" id="{CF9E0425-8953-56C1-2B42-8765339A88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40" r="62209" b="27781"/>
          <a:stretch/>
        </p:blipFill>
        <p:spPr bwMode="auto">
          <a:xfrm>
            <a:off x="1076358" y="2002917"/>
            <a:ext cx="2563400" cy="170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ector mission vision and values icon organization mission success and growth concepts flat design vector illustration">
            <a:extLst>
              <a:ext uri="{FF2B5EF4-FFF2-40B4-BE49-F238E27FC236}">
                <a16:creationId xmlns:a16="http://schemas.microsoft.com/office/drawing/2014/main" id="{CA647404-3CD7-E4F2-28D7-D41E935869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17" r="37607" b="29169"/>
          <a:stretch/>
        </p:blipFill>
        <p:spPr bwMode="auto">
          <a:xfrm>
            <a:off x="5260981" y="1538070"/>
            <a:ext cx="1554795" cy="196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ector mission vision and values icon organization mission success and growth concepts flat design vector illustration">
            <a:extLst>
              <a:ext uri="{FF2B5EF4-FFF2-40B4-BE49-F238E27FC236}">
                <a16:creationId xmlns:a16="http://schemas.microsoft.com/office/drawing/2014/main" id="{826CC586-23EF-8531-8789-6629C1F927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85" b="29169"/>
          <a:stretch/>
        </p:blipFill>
        <p:spPr bwMode="auto">
          <a:xfrm>
            <a:off x="8677776" y="1734749"/>
            <a:ext cx="1950664" cy="196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DB7E85-6870-E279-0AEF-223A2202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89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2" name="Swipe Swoosh Transition Sound Effect.wav"/>
          </p:stSnd>
        </p:sndAc>
      </p:transition>
    </mc:Choice>
    <mc:Fallback xmlns="">
      <p:transition>
        <p:fade/>
        <p:sndAc>
          <p:stSnd>
            <p:snd r:embed="rId5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00080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00080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0"/>
                            </p:stCondLst>
                            <p:childTnLst>
                              <p:par>
                                <p:cTn id="56" presetID="19" presetClass="emph" presetSubtype="0" fill="hold" grpId="1" nodeType="afterEffect">
                                  <p:stCondLst>
                                    <p:cond delay="125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00080"/>
                                      </p:to>
                                    </p:animClr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00080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75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250"/>
                            </p:stCondLst>
                            <p:childTnLst>
                              <p:par>
                                <p:cTn id="71" presetID="19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00080"/>
                                      </p:to>
                                    </p:animClr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00080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75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22" grpId="0"/>
      <p:bldP spid="24" grpId="0"/>
      <p:bldP spid="26" grpId="0"/>
      <p:bldP spid="27" grpId="0"/>
      <p:bldP spid="28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F7C9FD5-6D14-E9AD-2991-56EE9655D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931" y="487679"/>
            <a:ext cx="5461181" cy="5461181"/>
          </a:xfrm>
          <a:prstGeom prst="rect">
            <a:avLst/>
          </a:prstGeom>
        </p:spPr>
      </p:pic>
      <p:pic>
        <p:nvPicPr>
          <p:cNvPr id="10" name="Picture 9" descr="A purple and black gradient&#10;&#10;Description automatically generated">
            <a:extLst>
              <a:ext uri="{FF2B5EF4-FFF2-40B4-BE49-F238E27FC236}">
                <a16:creationId xmlns:a16="http://schemas.microsoft.com/office/drawing/2014/main" id="{648C1A16-D8DC-6803-798E-F075A5CAB3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01854" y="-1332146"/>
            <a:ext cx="10477503" cy="5902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75EA4C-5C39-665C-AB1D-1C4CC474D4A0}"/>
              </a:ext>
            </a:extLst>
          </p:cNvPr>
          <p:cNvSpPr txBox="1"/>
          <p:nvPr/>
        </p:nvSpPr>
        <p:spPr>
          <a:xfrm>
            <a:off x="6191532" y="2551837"/>
            <a:ext cx="60981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PROJECT OBJECTIVES</a:t>
            </a:r>
            <a:endParaRPr lang="en-US" sz="1600" b="1" dirty="0">
              <a:solidFill>
                <a:schemeClr val="bg1"/>
              </a:solidFill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652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2" name="Swipe Swoosh Transition Sound Effect.wav"/>
          </p:stSnd>
        </p:sndAc>
      </p:transition>
    </mc:Choice>
    <mc:Fallback xmlns="">
      <p:transition>
        <p:fade/>
        <p:sndAc>
          <p:stSnd>
            <p:snd r:embed="rId6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Idea Sound Effec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artoon of kids sitting at a table with a computer&#10;&#10;Description automatically generated">
            <a:extLst>
              <a:ext uri="{FF2B5EF4-FFF2-40B4-BE49-F238E27FC236}">
                <a16:creationId xmlns:a16="http://schemas.microsoft.com/office/drawing/2014/main" id="{50BA56D7-BDDE-C540-E8E5-4BA0984A9F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957" y="1306005"/>
            <a:ext cx="5881857" cy="3921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126384-A46C-D9D5-D243-B2D2FFC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6" y="261257"/>
            <a:ext cx="4456729" cy="1325563"/>
          </a:xfrm>
        </p:spPr>
        <p:txBody>
          <a:bodyPr>
            <a:normAutofit/>
          </a:bodyPr>
          <a:lstStyle/>
          <a:p>
            <a:r>
              <a:rPr lang="en-US" sz="3200" b="1" kern="0" dirty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KNOWNOW</a:t>
            </a:r>
            <a:r>
              <a:rPr lang="en-US" sz="30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OBJECTIVES</a:t>
            </a:r>
            <a:endParaRPr lang="en-US" sz="3400" b="1" dirty="0">
              <a:solidFill>
                <a:srgbClr val="5F2F69"/>
              </a:solidFill>
              <a:latin typeface="Product Sans" panose="020B0403030502040203" pitchFamily="34" charset="0"/>
            </a:endParaRPr>
          </a:p>
        </p:txBody>
      </p:sp>
      <p:pic>
        <p:nvPicPr>
          <p:cNvPr id="4" name="Picture 3" descr="A purple and black gradient&#10;&#10;Description automatically generated">
            <a:extLst>
              <a:ext uri="{FF2B5EF4-FFF2-40B4-BE49-F238E27FC236}">
                <a16:creationId xmlns:a16="http://schemas.microsoft.com/office/drawing/2014/main" id="{166E1913-CD8B-07FC-C3DD-0E3CA085EC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5" name="Picture 4" descr="A purple and black gradient&#10;&#10;Description automatically generated">
            <a:extLst>
              <a:ext uri="{FF2B5EF4-FFF2-40B4-BE49-F238E27FC236}">
                <a16:creationId xmlns:a16="http://schemas.microsoft.com/office/drawing/2014/main" id="{9D778327-86B0-1DE0-075B-49837050EC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7" name="Google Shape;615;p2">
            <a:extLst>
              <a:ext uri="{FF2B5EF4-FFF2-40B4-BE49-F238E27FC236}">
                <a16:creationId xmlns:a16="http://schemas.microsoft.com/office/drawing/2014/main" id="{098C8EA2-E085-EF58-BABA-666415B4FCB1}"/>
              </a:ext>
            </a:extLst>
          </p:cNvPr>
          <p:cNvSpPr/>
          <p:nvPr/>
        </p:nvSpPr>
        <p:spPr>
          <a:xfrm>
            <a:off x="412382" y="1237605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73C66-CE73-0868-71BD-73692658289F}"/>
              </a:ext>
            </a:extLst>
          </p:cNvPr>
          <p:cNvSpPr txBox="1"/>
          <p:nvPr/>
        </p:nvSpPr>
        <p:spPr>
          <a:xfrm>
            <a:off x="615099" y="1684270"/>
            <a:ext cx="5881858" cy="3867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5F2F69"/>
              </a:buClr>
              <a:buSzPts val="1800"/>
              <a:buFont typeface="Wingdings" panose="05000000000000000000" pitchFamily="2" charset="2"/>
              <a:buChar char="q"/>
              <a:defRPr/>
            </a:pPr>
            <a:r>
              <a:rPr lang="en-US" sz="2000" kern="0" dirty="0">
                <a:solidFill>
                  <a:srgbClr val="5F2F69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  <a:sym typeface="Red Hat Display"/>
              </a:rPr>
              <a:t>Ensuring that what we learnt helped us create a strong platform capable of competing with international platforms.</a:t>
            </a:r>
            <a:br>
              <a:rPr lang="ar-EG" sz="2000" kern="0" dirty="0">
                <a:solidFill>
                  <a:srgbClr val="5F2F69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  <a:sym typeface="Red Hat Display"/>
              </a:rPr>
            </a:br>
            <a:endParaRPr lang="ar-EG" sz="1200" kern="0" dirty="0">
              <a:solidFill>
                <a:srgbClr val="5F2F69"/>
              </a:solidFill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  <a:sym typeface="Red Hat Display"/>
            </a:endParaRPr>
          </a:p>
          <a:p>
            <a:pPr marL="285750" indent="-285750">
              <a:buClr>
                <a:srgbClr val="5F2F69"/>
              </a:buClr>
              <a:buSzPts val="1800"/>
              <a:buFont typeface="Wingdings" panose="05000000000000000000" pitchFamily="2" charset="2"/>
              <a:buChar char="q"/>
              <a:defRPr/>
            </a:pPr>
            <a:r>
              <a:rPr lang="en-US" sz="2000" kern="0" dirty="0">
                <a:solidFill>
                  <a:srgbClr val="5F2F69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  <a:sym typeface="Red Hat Display"/>
              </a:rPr>
              <a:t>Our platform will increase the number of High Grades and increase overall satisfaction with the Learning process.</a:t>
            </a:r>
          </a:p>
          <a:p>
            <a:pPr marL="285750" indent="-285750">
              <a:buClr>
                <a:srgbClr val="5F2F69"/>
              </a:buClr>
              <a:buSzPts val="1800"/>
              <a:buFont typeface="Wingdings" panose="05000000000000000000" pitchFamily="2" charset="2"/>
              <a:buChar char="q"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5F2F69"/>
              </a:solidFill>
              <a:effectLst/>
              <a:uLnTx/>
              <a:uFillTx/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  <a:sym typeface="Red Hat Display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2F69"/>
              </a:buClr>
              <a:buSzPts val="18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  <a:sym typeface="Red Hat Display"/>
              </a:rPr>
              <a:t>Providing a user-friendly and efficient platform for both Learner and Educator.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5F2F69"/>
              </a:solidFill>
              <a:effectLst/>
              <a:uLnTx/>
              <a:uFillTx/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F2F69"/>
              </a:buClr>
              <a:buSzPts val="18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  <a:sym typeface="Red Hat Display"/>
              </a:rPr>
              <a:t>Providing direct communication between Learner and Educator.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5F2F69"/>
              </a:solidFill>
              <a:effectLst/>
              <a:uLnTx/>
              <a:uFillTx/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  <a:sym typeface="Arial"/>
            </a:endParaRPr>
          </a:p>
        </p:txBody>
      </p:sp>
      <p:pic>
        <p:nvPicPr>
          <p:cNvPr id="3" name="Picture 2" descr="A blue letter w on a black background&#10;&#10;Description automatically generated">
            <a:extLst>
              <a:ext uri="{FF2B5EF4-FFF2-40B4-BE49-F238E27FC236}">
                <a16:creationId xmlns:a16="http://schemas.microsoft.com/office/drawing/2014/main" id="{911BAC7D-5C4A-B460-B2A9-51687489B3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82" y="728817"/>
            <a:ext cx="1920872" cy="32611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A07815-3CA4-B3CD-1EA0-269F9855F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93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3" name="Swipe Swoosh Transition Sound Effect.wav"/>
          </p:stSnd>
        </p:sndAc>
      </p:transition>
    </mc:Choice>
    <mc:Fallback xmlns="">
      <p:transition>
        <p:fade/>
        <p:sndAc>
          <p:stSnd>
            <p:snd r:embed="rId7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26384-A46C-D9D5-D243-B2D2FFC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6" y="26125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SIMILAR WEBSITES</a:t>
            </a:r>
            <a:endParaRPr lang="en-US" sz="3400" b="1" dirty="0">
              <a:solidFill>
                <a:srgbClr val="5F2F69"/>
              </a:solidFill>
              <a:latin typeface="Product Sans" panose="020B0403030502040203" pitchFamily="34" charset="0"/>
            </a:endParaRPr>
          </a:p>
        </p:txBody>
      </p:sp>
      <p:pic>
        <p:nvPicPr>
          <p:cNvPr id="4" name="Picture 3" descr="A purple and black gradient&#10;&#10;Description automatically generated">
            <a:extLst>
              <a:ext uri="{FF2B5EF4-FFF2-40B4-BE49-F238E27FC236}">
                <a16:creationId xmlns:a16="http://schemas.microsoft.com/office/drawing/2014/main" id="{166E1913-CD8B-07FC-C3DD-0E3CA085EC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5" name="Picture 4" descr="A purple and black gradient&#10;&#10;Description automatically generated">
            <a:extLst>
              <a:ext uri="{FF2B5EF4-FFF2-40B4-BE49-F238E27FC236}">
                <a16:creationId xmlns:a16="http://schemas.microsoft.com/office/drawing/2014/main" id="{9D778327-86B0-1DE0-075B-49837050E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7" name="Google Shape;615;p2">
            <a:extLst>
              <a:ext uri="{FF2B5EF4-FFF2-40B4-BE49-F238E27FC236}">
                <a16:creationId xmlns:a16="http://schemas.microsoft.com/office/drawing/2014/main" id="{098C8EA2-E085-EF58-BABA-666415B4FCB1}"/>
              </a:ext>
            </a:extLst>
          </p:cNvPr>
          <p:cNvSpPr/>
          <p:nvPr/>
        </p:nvSpPr>
        <p:spPr>
          <a:xfrm>
            <a:off x="426237" y="1237605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Google Shape;1629;p10">
            <a:extLst>
              <a:ext uri="{FF2B5EF4-FFF2-40B4-BE49-F238E27FC236}">
                <a16:creationId xmlns:a16="http://schemas.microsoft.com/office/drawing/2014/main" id="{81013FBE-27FF-C3AE-857F-CDB7637F23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1013073"/>
              </p:ext>
            </p:extLst>
          </p:nvPr>
        </p:nvGraphicFramePr>
        <p:xfrm>
          <a:off x="885032" y="1629744"/>
          <a:ext cx="10515600" cy="3990651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137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2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3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69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spc="0" dirty="0">
                          <a:ln w="0"/>
                          <a:solidFill>
                            <a:srgbClr val="5F2F69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sym typeface="Red Hat Display"/>
                        </a:rPr>
                        <a:t>Website/Feature</a:t>
                      </a:r>
                      <a:endParaRPr sz="2000" b="1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spc="0" dirty="0">
                          <a:ln w="0"/>
                          <a:solidFill>
                            <a:srgbClr val="5F2F69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Red Hat Display" panose="020B0604020202020204"/>
                          <a:sym typeface="Red Hat Display"/>
                        </a:rPr>
                        <a:t>Discussion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spc="0" dirty="0">
                          <a:ln w="0"/>
                          <a:solidFill>
                            <a:srgbClr val="5F2F69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Red Hat Display" panose="020B0604020202020204"/>
                          <a:sym typeface="Red Hat Display"/>
                        </a:rPr>
                        <a:t>Forum</a:t>
                      </a:r>
                      <a:endParaRPr sz="1600" b="1" u="none" strike="noStrike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/>
                        <a:ea typeface="Red Hat Display" panose="020B0604020202020204" charset="0"/>
                        <a:cs typeface="Red Hat Display" panose="020B0604020202020204" charset="0"/>
                        <a:sym typeface="Red Hat Dis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u="none" strike="noStrike" cap="none" spc="0" dirty="0">
                          <a:ln w="0"/>
                          <a:solidFill>
                            <a:srgbClr val="5F2F69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Red Hat Display" panose="020B0604020202020204"/>
                          <a:sym typeface="Red Hat Display"/>
                        </a:rPr>
                        <a:t>(Offline) Exam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u="none" strike="noStrike" cap="none" spc="0" dirty="0">
                          <a:ln w="0"/>
                          <a:solidFill>
                            <a:srgbClr val="5F2F69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Red Hat Display" panose="020B0604020202020204"/>
                          <a:sym typeface="Red Hat Display"/>
                        </a:rPr>
                        <a:t>Generation</a:t>
                      </a:r>
                      <a:endParaRPr sz="2000" b="1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cap="none" spc="0" dirty="0">
                          <a:ln w="0"/>
                          <a:solidFill>
                            <a:srgbClr val="5F2F69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Red Hat Display" panose="020B0604020202020204" charset="0"/>
                          <a:ea typeface="Red Hat Display" panose="020B0604020202020204" charset="0"/>
                          <a:cs typeface="Red Hat Display" panose="020B0604020202020204" charset="0"/>
                        </a:rPr>
                        <a:t>Calendar</a:t>
                      </a:r>
                      <a:endParaRPr sz="1600" b="1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cap="none" spc="0" dirty="0">
                          <a:ln w="0"/>
                          <a:solidFill>
                            <a:srgbClr val="5F2F69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Red Hat Display" panose="020B0604020202020204" charset="0"/>
                          <a:ea typeface="Red Hat Display" panose="020B0604020202020204" charset="0"/>
                          <a:cs typeface="Red Hat Display" panose="020B0604020202020204" charset="0"/>
                        </a:rPr>
                        <a:t>Live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b="1" cap="none" spc="0" dirty="0">
                          <a:ln w="0"/>
                          <a:solidFill>
                            <a:srgbClr val="5F2F69"/>
                          </a:solidFill>
                          <a:effectLst>
                            <a:outerShdw blurRad="38100" dist="25400" dir="5400000" algn="ctr" rotWithShape="0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Red Hat Display" panose="020B0604020202020204" charset="0"/>
                          <a:ea typeface="Red Hat Display" panose="020B0604020202020204" charset="0"/>
                          <a:cs typeface="Red Hat Display" panose="020B0604020202020204" charset="0"/>
                        </a:rPr>
                        <a:t>Streaming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8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8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19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b="0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  <a:sym typeface="Red Hat Display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8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 spc="0" dirty="0">
                        <a:ln w="0"/>
                        <a:solidFill>
                          <a:srgbClr val="5F2F69"/>
                        </a:solidFill>
                        <a:effectLst>
                          <a:outerShdw blurRad="38100" dist="25400" dir="5400000" algn="ctr" rotWithShape="0">
                            <a:srgbClr val="6E747A">
                              <a:alpha val="43000"/>
                            </a:srgbClr>
                          </a:outerShdw>
                        </a:effectLst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11" descr="A blue letter w on a black background&#10;&#10;Description automatically generated">
            <a:extLst>
              <a:ext uri="{FF2B5EF4-FFF2-40B4-BE49-F238E27FC236}">
                <a16:creationId xmlns:a16="http://schemas.microsoft.com/office/drawing/2014/main" id="{61097FC8-A65F-A1DB-5206-C8E8691970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212" y="2676383"/>
            <a:ext cx="1088571" cy="184811"/>
          </a:xfrm>
          <a:prstGeom prst="rect">
            <a:avLst/>
          </a:prstGeom>
        </p:spPr>
      </p:pic>
      <p:pic>
        <p:nvPicPr>
          <p:cNvPr id="3" name="Picture 2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31A3B7D-7B4C-9211-2B4D-8F2158AF3A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212" y="3195493"/>
            <a:ext cx="1050041" cy="583356"/>
          </a:xfrm>
          <a:prstGeom prst="rect">
            <a:avLst/>
          </a:prstGeom>
        </p:spPr>
      </p:pic>
      <p:pic>
        <p:nvPicPr>
          <p:cNvPr id="6" name="Picture 5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5B3B9B43-7576-57CC-E4BE-460C1EBC97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506" y="4872857"/>
            <a:ext cx="1255449" cy="697472"/>
          </a:xfrm>
          <a:prstGeom prst="rect">
            <a:avLst/>
          </a:prstGeom>
        </p:spPr>
      </p:pic>
      <p:pic>
        <p:nvPicPr>
          <p:cNvPr id="19" name="Picture 18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61162111-5136-AC0A-FBAD-498153C80F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011" y="3907832"/>
            <a:ext cx="1612541" cy="895856"/>
          </a:xfrm>
          <a:prstGeom prst="rect">
            <a:avLst/>
          </a:prstGeom>
        </p:spPr>
      </p:pic>
      <p:pic>
        <p:nvPicPr>
          <p:cNvPr id="21" name="Graphic 20" descr="Badge Tick1 with solid fill">
            <a:extLst>
              <a:ext uri="{FF2B5EF4-FFF2-40B4-BE49-F238E27FC236}">
                <a16:creationId xmlns:a16="http://schemas.microsoft.com/office/drawing/2014/main" id="{B9BFE19A-E9E2-A0A9-B435-79DBC32BA8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9584" y="2540834"/>
            <a:ext cx="436324" cy="436324"/>
          </a:xfrm>
          <a:prstGeom prst="rect">
            <a:avLst/>
          </a:prstGeom>
        </p:spPr>
      </p:pic>
      <p:pic>
        <p:nvPicPr>
          <p:cNvPr id="22" name="Graphic 21" descr="Badge Tick1 with solid fill">
            <a:extLst>
              <a:ext uri="{FF2B5EF4-FFF2-40B4-BE49-F238E27FC236}">
                <a16:creationId xmlns:a16="http://schemas.microsoft.com/office/drawing/2014/main" id="{5D5425BB-CCA6-0921-A201-35A77E7F41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87384" y="2540391"/>
            <a:ext cx="436324" cy="436324"/>
          </a:xfrm>
          <a:prstGeom prst="rect">
            <a:avLst/>
          </a:prstGeom>
        </p:spPr>
      </p:pic>
      <p:pic>
        <p:nvPicPr>
          <p:cNvPr id="23" name="Graphic 22" descr="Badge Tick1 with solid fill">
            <a:extLst>
              <a:ext uri="{FF2B5EF4-FFF2-40B4-BE49-F238E27FC236}">
                <a16:creationId xmlns:a16="http://schemas.microsoft.com/office/drawing/2014/main" id="{D8028B7F-2494-AC94-F3D4-9188BC4BDA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05108" y="2540391"/>
            <a:ext cx="436324" cy="436324"/>
          </a:xfrm>
          <a:prstGeom prst="rect">
            <a:avLst/>
          </a:prstGeom>
        </p:spPr>
      </p:pic>
      <p:pic>
        <p:nvPicPr>
          <p:cNvPr id="27" name="Graphic 26" descr="Close with solid fill">
            <a:extLst>
              <a:ext uri="{FF2B5EF4-FFF2-40B4-BE49-F238E27FC236}">
                <a16:creationId xmlns:a16="http://schemas.microsoft.com/office/drawing/2014/main" id="{6361285D-002F-FCEF-F1BD-C3EDC50E239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2443" y="2574936"/>
            <a:ext cx="367233" cy="367233"/>
          </a:xfrm>
          <a:prstGeom prst="rect">
            <a:avLst/>
          </a:prstGeom>
        </p:spPr>
      </p:pic>
      <p:pic>
        <p:nvPicPr>
          <p:cNvPr id="28" name="Graphic 27" descr="Badge Tick1 with solid fill">
            <a:extLst>
              <a:ext uri="{FF2B5EF4-FFF2-40B4-BE49-F238E27FC236}">
                <a16:creationId xmlns:a16="http://schemas.microsoft.com/office/drawing/2014/main" id="{ADF377C7-2537-7200-8C5A-CDA69F6BD7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3262" y="4137598"/>
            <a:ext cx="436324" cy="436324"/>
          </a:xfrm>
          <a:prstGeom prst="rect">
            <a:avLst/>
          </a:prstGeom>
        </p:spPr>
      </p:pic>
      <p:pic>
        <p:nvPicPr>
          <p:cNvPr id="29" name="Graphic 28" descr="Badge Tick1 with solid fill">
            <a:extLst>
              <a:ext uri="{FF2B5EF4-FFF2-40B4-BE49-F238E27FC236}">
                <a16:creationId xmlns:a16="http://schemas.microsoft.com/office/drawing/2014/main" id="{D5354702-F8CF-0F35-9A08-295E66586A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07897" y="4172143"/>
            <a:ext cx="436324" cy="436324"/>
          </a:xfrm>
          <a:prstGeom prst="rect">
            <a:avLst/>
          </a:prstGeom>
        </p:spPr>
      </p:pic>
      <p:pic>
        <p:nvPicPr>
          <p:cNvPr id="30" name="Graphic 29" descr="Close with solid fill">
            <a:extLst>
              <a:ext uri="{FF2B5EF4-FFF2-40B4-BE49-F238E27FC236}">
                <a16:creationId xmlns:a16="http://schemas.microsoft.com/office/drawing/2014/main" id="{7D00A03C-4C95-235D-7056-7E4DD162BB8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21929" y="3324850"/>
            <a:ext cx="367233" cy="367233"/>
          </a:xfrm>
          <a:prstGeom prst="rect">
            <a:avLst/>
          </a:prstGeom>
        </p:spPr>
      </p:pic>
      <p:pic>
        <p:nvPicPr>
          <p:cNvPr id="31" name="Graphic 30" descr="Close with solid fill">
            <a:extLst>
              <a:ext uri="{FF2B5EF4-FFF2-40B4-BE49-F238E27FC236}">
                <a16:creationId xmlns:a16="http://schemas.microsoft.com/office/drawing/2014/main" id="{796ACF2F-2E37-5B0B-041F-85B4089103B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21928" y="4172143"/>
            <a:ext cx="367233" cy="367233"/>
          </a:xfrm>
          <a:prstGeom prst="rect">
            <a:avLst/>
          </a:prstGeom>
        </p:spPr>
      </p:pic>
      <p:pic>
        <p:nvPicPr>
          <p:cNvPr id="32" name="Graphic 31" descr="Close with solid fill">
            <a:extLst>
              <a:ext uri="{FF2B5EF4-FFF2-40B4-BE49-F238E27FC236}">
                <a16:creationId xmlns:a16="http://schemas.microsoft.com/office/drawing/2014/main" id="{97A7BCFB-AB92-8C96-8F0C-D0D79768DA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21927" y="5019436"/>
            <a:ext cx="367233" cy="367233"/>
          </a:xfrm>
          <a:prstGeom prst="rect">
            <a:avLst/>
          </a:prstGeom>
        </p:spPr>
      </p:pic>
      <p:pic>
        <p:nvPicPr>
          <p:cNvPr id="33" name="Graphic 32" descr="Badge Tick1 with solid fill">
            <a:extLst>
              <a:ext uri="{FF2B5EF4-FFF2-40B4-BE49-F238E27FC236}">
                <a16:creationId xmlns:a16="http://schemas.microsoft.com/office/drawing/2014/main" id="{30542410-37C8-62CF-92EF-226B528EE4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3262" y="3350791"/>
            <a:ext cx="436324" cy="436324"/>
          </a:xfrm>
          <a:prstGeom prst="rect">
            <a:avLst/>
          </a:prstGeom>
        </p:spPr>
      </p:pic>
      <p:pic>
        <p:nvPicPr>
          <p:cNvPr id="34" name="Graphic 33" descr="Badge Tick1 with solid fill">
            <a:extLst>
              <a:ext uri="{FF2B5EF4-FFF2-40B4-BE49-F238E27FC236}">
                <a16:creationId xmlns:a16="http://schemas.microsoft.com/office/drawing/2014/main" id="{9B57118B-89A4-D0E5-2295-5A898E6DC1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3262" y="5019436"/>
            <a:ext cx="436324" cy="436324"/>
          </a:xfrm>
          <a:prstGeom prst="rect">
            <a:avLst/>
          </a:prstGeom>
        </p:spPr>
      </p:pic>
      <p:pic>
        <p:nvPicPr>
          <p:cNvPr id="35" name="Graphic 34" descr="Badge Tick1 with solid fill">
            <a:extLst>
              <a:ext uri="{FF2B5EF4-FFF2-40B4-BE49-F238E27FC236}">
                <a16:creationId xmlns:a16="http://schemas.microsoft.com/office/drawing/2014/main" id="{4BEBC7DC-5F1D-0926-FFC3-FC395EED93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05108" y="4172143"/>
            <a:ext cx="436324" cy="436324"/>
          </a:xfrm>
          <a:prstGeom prst="rect">
            <a:avLst/>
          </a:prstGeom>
        </p:spPr>
      </p:pic>
      <p:pic>
        <p:nvPicPr>
          <p:cNvPr id="39" name="Graphic 38" descr="Close with solid fill">
            <a:extLst>
              <a:ext uri="{FF2B5EF4-FFF2-40B4-BE49-F238E27FC236}">
                <a16:creationId xmlns:a16="http://schemas.microsoft.com/office/drawing/2014/main" id="{2967DF14-E34F-937F-1254-5B1A4DB19E2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2442" y="3324850"/>
            <a:ext cx="367233" cy="367233"/>
          </a:xfrm>
          <a:prstGeom prst="rect">
            <a:avLst/>
          </a:prstGeom>
        </p:spPr>
      </p:pic>
      <p:pic>
        <p:nvPicPr>
          <p:cNvPr id="40" name="Graphic 39" descr="Badge Tick1 with solid fill">
            <a:extLst>
              <a:ext uri="{FF2B5EF4-FFF2-40B4-BE49-F238E27FC236}">
                <a16:creationId xmlns:a16="http://schemas.microsoft.com/office/drawing/2014/main" id="{328DA856-A801-E793-430D-CB2ADF5BCD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08797" y="4984890"/>
            <a:ext cx="436324" cy="436324"/>
          </a:xfrm>
          <a:prstGeom prst="rect">
            <a:avLst/>
          </a:prstGeom>
        </p:spPr>
      </p:pic>
      <p:pic>
        <p:nvPicPr>
          <p:cNvPr id="41" name="Graphic 40" descr="Close with solid fill">
            <a:extLst>
              <a:ext uri="{FF2B5EF4-FFF2-40B4-BE49-F238E27FC236}">
                <a16:creationId xmlns:a16="http://schemas.microsoft.com/office/drawing/2014/main" id="{BE73FEE1-E440-10D5-16B2-6ADC6F1CCF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39653" y="3326028"/>
            <a:ext cx="367233" cy="367233"/>
          </a:xfrm>
          <a:prstGeom prst="rect">
            <a:avLst/>
          </a:prstGeom>
        </p:spPr>
      </p:pic>
      <p:pic>
        <p:nvPicPr>
          <p:cNvPr id="43" name="Graphic 42" descr="Badge Tick1 with solid fill">
            <a:extLst>
              <a:ext uri="{FF2B5EF4-FFF2-40B4-BE49-F238E27FC236}">
                <a16:creationId xmlns:a16="http://schemas.microsoft.com/office/drawing/2014/main" id="{A427A224-6BD1-9348-772F-71419FDB32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08071" y="4984890"/>
            <a:ext cx="436324" cy="43632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AA3E79-94FF-BC38-BFBD-C8AC490B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24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3" name="Swipe Swoosh Transition Sound Effect.wav"/>
          </p:stSnd>
        </p:sndAc>
      </p:transition>
    </mc:Choice>
    <mc:Fallback xmlns="">
      <p:transition>
        <p:fade/>
        <p:sndAc>
          <p:stSnd>
            <p:snd r:embed="rId13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5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"/>
                            </p:stCondLst>
                            <p:childTnLst>
                              <p:par>
                                <p:cTn id="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5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6B45DC2-1C1F-F90D-2C38-A34C405139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09" y="1656232"/>
            <a:ext cx="1050041" cy="583356"/>
          </a:xfrm>
          <a:prstGeom prst="rect">
            <a:avLst/>
          </a:prstGeom>
        </p:spPr>
      </p:pic>
      <p:pic>
        <p:nvPicPr>
          <p:cNvPr id="70" name="Picture 69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A6CA5BB6-C23E-1688-7527-213983DC2A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29" y="3481252"/>
            <a:ext cx="1255449" cy="6974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126384-A46C-D9D5-D243-B2D2FFC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6" y="261257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STATISTICS</a:t>
            </a:r>
            <a:endParaRPr lang="en-US" sz="3400" b="1" dirty="0">
              <a:solidFill>
                <a:srgbClr val="5F2F69"/>
              </a:solidFill>
              <a:latin typeface="Product Sans" panose="020B0403030502040203" pitchFamily="34" charset="0"/>
            </a:endParaRPr>
          </a:p>
        </p:txBody>
      </p:sp>
      <p:pic>
        <p:nvPicPr>
          <p:cNvPr id="4" name="Picture 3" descr="A purple and black gradient&#10;&#10;Description automatically generated">
            <a:extLst>
              <a:ext uri="{FF2B5EF4-FFF2-40B4-BE49-F238E27FC236}">
                <a16:creationId xmlns:a16="http://schemas.microsoft.com/office/drawing/2014/main" id="{166E1913-CD8B-07FC-C3DD-0E3CA085EC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5" name="Picture 4" descr="A purple and black gradient&#10;&#10;Description automatically generated">
            <a:extLst>
              <a:ext uri="{FF2B5EF4-FFF2-40B4-BE49-F238E27FC236}">
                <a16:creationId xmlns:a16="http://schemas.microsoft.com/office/drawing/2014/main" id="{9D778327-86B0-1DE0-075B-49837050EC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7" name="Google Shape;615;p2">
            <a:extLst>
              <a:ext uri="{FF2B5EF4-FFF2-40B4-BE49-F238E27FC236}">
                <a16:creationId xmlns:a16="http://schemas.microsoft.com/office/drawing/2014/main" id="{098C8EA2-E085-EF58-BABA-666415B4FCB1}"/>
              </a:ext>
            </a:extLst>
          </p:cNvPr>
          <p:cNvSpPr/>
          <p:nvPr/>
        </p:nvSpPr>
        <p:spPr>
          <a:xfrm>
            <a:off x="412382" y="1237605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" name="Google Shape;1665;p11">
            <a:extLst>
              <a:ext uri="{FF2B5EF4-FFF2-40B4-BE49-F238E27FC236}">
                <a16:creationId xmlns:a16="http://schemas.microsoft.com/office/drawing/2014/main" id="{8DAEC6F6-887D-9EFD-6BCD-A852E9235CCC}"/>
              </a:ext>
            </a:extLst>
          </p:cNvPr>
          <p:cNvGrpSpPr/>
          <p:nvPr/>
        </p:nvGrpSpPr>
        <p:grpSpPr>
          <a:xfrm>
            <a:off x="8580750" y="1570623"/>
            <a:ext cx="1059055" cy="2845508"/>
            <a:chOff x="5488938" y="815903"/>
            <a:chExt cx="1059055" cy="2350259"/>
          </a:xfrm>
        </p:grpSpPr>
        <p:grpSp>
          <p:nvGrpSpPr>
            <p:cNvPr id="27" name="Google Shape;1666;p11">
              <a:extLst>
                <a:ext uri="{FF2B5EF4-FFF2-40B4-BE49-F238E27FC236}">
                  <a16:creationId xmlns:a16="http://schemas.microsoft.com/office/drawing/2014/main" id="{71FE4EE1-5903-4D3D-8261-7055F6BE227B}"/>
                </a:ext>
              </a:extLst>
            </p:cNvPr>
            <p:cNvGrpSpPr/>
            <p:nvPr/>
          </p:nvGrpSpPr>
          <p:grpSpPr>
            <a:xfrm>
              <a:off x="5488938" y="815903"/>
              <a:ext cx="1059055" cy="2350259"/>
              <a:chOff x="6937853" y="1457311"/>
              <a:chExt cx="1037780" cy="2303272"/>
            </a:xfrm>
          </p:grpSpPr>
          <p:sp>
            <p:nvSpPr>
              <p:cNvPr id="31" name="Google Shape;1667;p11">
                <a:extLst>
                  <a:ext uri="{FF2B5EF4-FFF2-40B4-BE49-F238E27FC236}">
                    <a16:creationId xmlns:a16="http://schemas.microsoft.com/office/drawing/2014/main" id="{A31280D1-D42B-9B32-83EC-78103BABDE89}"/>
                  </a:ext>
                </a:extLst>
              </p:cNvPr>
              <p:cNvSpPr/>
              <p:nvPr/>
            </p:nvSpPr>
            <p:spPr>
              <a:xfrm>
                <a:off x="7365034" y="1457311"/>
                <a:ext cx="610599" cy="2076550"/>
              </a:xfrm>
              <a:custGeom>
                <a:avLst/>
                <a:gdLst/>
                <a:ahLst/>
                <a:cxnLst/>
                <a:rect l="l" t="t" r="r" b="b"/>
                <a:pathLst>
                  <a:path w="38554" h="131116" extrusionOk="0">
                    <a:moveTo>
                      <a:pt x="19379" y="0"/>
                    </a:moveTo>
                    <a:cubicBezTo>
                      <a:pt x="17860" y="0"/>
                      <a:pt x="16187" y="479"/>
                      <a:pt x="14426" y="1493"/>
                    </a:cubicBezTo>
                    <a:lnTo>
                      <a:pt x="12553" y="2573"/>
                    </a:lnTo>
                    <a:cubicBezTo>
                      <a:pt x="5616" y="6574"/>
                      <a:pt x="0" y="17309"/>
                      <a:pt x="0" y="26554"/>
                    </a:cubicBezTo>
                    <a:lnTo>
                      <a:pt x="0" y="122135"/>
                    </a:lnTo>
                    <a:cubicBezTo>
                      <a:pt x="0" y="123533"/>
                      <a:pt x="520" y="124465"/>
                      <a:pt x="1305" y="124768"/>
                    </a:cubicBezTo>
                    <a:lnTo>
                      <a:pt x="1282" y="124893"/>
                    </a:lnTo>
                    <a:lnTo>
                      <a:pt x="12538" y="130812"/>
                    </a:lnTo>
                    <a:cubicBezTo>
                      <a:pt x="12812" y="131011"/>
                      <a:pt x="13133" y="131115"/>
                      <a:pt x="13487" y="131115"/>
                    </a:cubicBezTo>
                    <a:cubicBezTo>
                      <a:pt x="13867" y="131115"/>
                      <a:pt x="14287" y="130995"/>
                      <a:pt x="14729" y="130742"/>
                    </a:cubicBezTo>
                    <a:lnTo>
                      <a:pt x="35408" y="118795"/>
                    </a:lnTo>
                    <a:cubicBezTo>
                      <a:pt x="37148" y="117792"/>
                      <a:pt x="38554" y="115105"/>
                      <a:pt x="38554" y="112790"/>
                    </a:cubicBezTo>
                    <a:lnTo>
                      <a:pt x="38554" y="17201"/>
                    </a:lnTo>
                    <a:cubicBezTo>
                      <a:pt x="38554" y="11662"/>
                      <a:pt x="36526" y="7933"/>
                      <a:pt x="33411" y="6682"/>
                    </a:cubicBezTo>
                    <a:lnTo>
                      <a:pt x="33411" y="6667"/>
                    </a:lnTo>
                    <a:lnTo>
                      <a:pt x="22800" y="934"/>
                    </a:lnTo>
                    <a:lnTo>
                      <a:pt x="22800" y="957"/>
                    </a:lnTo>
                    <a:cubicBezTo>
                      <a:pt x="21792" y="330"/>
                      <a:pt x="20639" y="0"/>
                      <a:pt x="1937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E3FD8">
                      <a:shade val="30000"/>
                      <a:satMod val="115000"/>
                    </a:srgbClr>
                  </a:gs>
                  <a:gs pos="50000">
                    <a:srgbClr val="BE3FD8">
                      <a:shade val="67500"/>
                      <a:satMod val="115000"/>
                    </a:srgbClr>
                  </a:gs>
                  <a:gs pos="100000">
                    <a:srgbClr val="BE3FD8">
                      <a:shade val="100000"/>
                      <a:satMod val="115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3175">
                <a:solidFill>
                  <a:schemeClr val="tx1">
                    <a:alpha val="96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1668;p11">
                <a:extLst>
                  <a:ext uri="{FF2B5EF4-FFF2-40B4-BE49-F238E27FC236}">
                    <a16:creationId xmlns:a16="http://schemas.microsoft.com/office/drawing/2014/main" id="{0AD679D6-43E3-691D-5256-AA0F6FD36CD7}"/>
                  </a:ext>
                </a:extLst>
              </p:cNvPr>
              <p:cNvSpPr/>
              <p:nvPr/>
            </p:nvSpPr>
            <p:spPr>
              <a:xfrm>
                <a:off x="7548463" y="1555551"/>
                <a:ext cx="427169" cy="1978246"/>
              </a:xfrm>
              <a:custGeom>
                <a:avLst/>
                <a:gdLst/>
                <a:ahLst/>
                <a:cxnLst/>
                <a:rect l="l" t="t" r="r" b="b"/>
                <a:pathLst>
                  <a:path w="26972" h="124909" extrusionOk="0">
                    <a:moveTo>
                      <a:pt x="19396" y="1"/>
                    </a:moveTo>
                    <a:cubicBezTo>
                      <a:pt x="17870" y="1"/>
                      <a:pt x="16186" y="484"/>
                      <a:pt x="14418" y="1505"/>
                    </a:cubicBezTo>
                    <a:lnTo>
                      <a:pt x="12546" y="2585"/>
                    </a:lnTo>
                    <a:cubicBezTo>
                      <a:pt x="5617" y="6593"/>
                      <a:pt x="0" y="17329"/>
                      <a:pt x="0" y="26565"/>
                    </a:cubicBezTo>
                    <a:lnTo>
                      <a:pt x="0" y="122154"/>
                    </a:lnTo>
                    <a:cubicBezTo>
                      <a:pt x="0" y="123878"/>
                      <a:pt x="780" y="124908"/>
                      <a:pt x="1894" y="124908"/>
                    </a:cubicBezTo>
                    <a:cubicBezTo>
                      <a:pt x="2275" y="124908"/>
                      <a:pt x="2696" y="124787"/>
                      <a:pt x="3139" y="124531"/>
                    </a:cubicBezTo>
                    <a:lnTo>
                      <a:pt x="23826" y="112592"/>
                    </a:lnTo>
                    <a:cubicBezTo>
                      <a:pt x="25566" y="111589"/>
                      <a:pt x="26972" y="108894"/>
                      <a:pt x="26972" y="106579"/>
                    </a:cubicBezTo>
                    <a:lnTo>
                      <a:pt x="26972" y="10998"/>
                    </a:lnTo>
                    <a:cubicBezTo>
                      <a:pt x="26972" y="4118"/>
                      <a:pt x="23852" y="1"/>
                      <a:pt x="19396" y="1"/>
                    </a:cubicBezTo>
                    <a:close/>
                  </a:path>
                </a:pathLst>
              </a:custGeom>
              <a:solidFill>
                <a:srgbClr val="F4AA9E"/>
              </a:solidFill>
              <a:ln w="3175">
                <a:solidFill>
                  <a:schemeClr val="tx1">
                    <a:alpha val="96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1669;p11">
                <a:extLst>
                  <a:ext uri="{FF2B5EF4-FFF2-40B4-BE49-F238E27FC236}">
                    <a16:creationId xmlns:a16="http://schemas.microsoft.com/office/drawing/2014/main" id="{7A0A8186-FB12-910B-4DF4-0639FC2192CA}"/>
                  </a:ext>
                </a:extLst>
              </p:cNvPr>
              <p:cNvSpPr/>
              <p:nvPr/>
            </p:nvSpPr>
            <p:spPr>
              <a:xfrm>
                <a:off x="6937853" y="2054884"/>
                <a:ext cx="610615" cy="1705699"/>
              </a:xfrm>
              <a:custGeom>
                <a:avLst/>
                <a:gdLst/>
                <a:ahLst/>
                <a:cxnLst/>
                <a:rect l="l" t="t" r="r" b="b"/>
                <a:pathLst>
                  <a:path w="38555" h="107700" extrusionOk="0">
                    <a:moveTo>
                      <a:pt x="19369" y="0"/>
                    </a:moveTo>
                    <a:cubicBezTo>
                      <a:pt x="17851" y="0"/>
                      <a:pt x="16179" y="477"/>
                      <a:pt x="14419" y="1490"/>
                    </a:cubicBezTo>
                    <a:lnTo>
                      <a:pt x="12547" y="2578"/>
                    </a:lnTo>
                    <a:cubicBezTo>
                      <a:pt x="5617" y="6579"/>
                      <a:pt x="1" y="17314"/>
                      <a:pt x="1" y="26551"/>
                    </a:cubicBezTo>
                    <a:lnTo>
                      <a:pt x="1" y="98726"/>
                    </a:lnTo>
                    <a:cubicBezTo>
                      <a:pt x="1" y="100117"/>
                      <a:pt x="514" y="101057"/>
                      <a:pt x="1306" y="101360"/>
                    </a:cubicBezTo>
                    <a:lnTo>
                      <a:pt x="1283" y="101476"/>
                    </a:lnTo>
                    <a:lnTo>
                      <a:pt x="12531" y="107396"/>
                    </a:lnTo>
                    <a:cubicBezTo>
                      <a:pt x="12805" y="107594"/>
                      <a:pt x="13126" y="107699"/>
                      <a:pt x="13480" y="107699"/>
                    </a:cubicBezTo>
                    <a:cubicBezTo>
                      <a:pt x="13861" y="107699"/>
                      <a:pt x="14280" y="107579"/>
                      <a:pt x="14722" y="107326"/>
                    </a:cubicBezTo>
                    <a:lnTo>
                      <a:pt x="35409" y="95378"/>
                    </a:lnTo>
                    <a:cubicBezTo>
                      <a:pt x="37141" y="94376"/>
                      <a:pt x="38555" y="91688"/>
                      <a:pt x="38555" y="89373"/>
                    </a:cubicBezTo>
                    <a:lnTo>
                      <a:pt x="38555" y="17198"/>
                    </a:lnTo>
                    <a:cubicBezTo>
                      <a:pt x="38547" y="11659"/>
                      <a:pt x="36519" y="7938"/>
                      <a:pt x="33412" y="6687"/>
                    </a:cubicBezTo>
                    <a:lnTo>
                      <a:pt x="33412" y="6664"/>
                    </a:lnTo>
                    <a:lnTo>
                      <a:pt x="22801" y="939"/>
                    </a:lnTo>
                    <a:lnTo>
                      <a:pt x="22801" y="954"/>
                    </a:lnTo>
                    <a:cubicBezTo>
                      <a:pt x="21788" y="330"/>
                      <a:pt x="20632" y="0"/>
                      <a:pt x="19369" y="0"/>
                    </a:cubicBezTo>
                    <a:close/>
                  </a:path>
                </a:pathLst>
              </a:custGeom>
              <a:solidFill>
                <a:srgbClr val="B93DD6"/>
              </a:solidFill>
              <a:ln w="3175">
                <a:solidFill>
                  <a:schemeClr val="tx1">
                    <a:alpha val="96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1670;p11">
                <a:extLst>
                  <a:ext uri="{FF2B5EF4-FFF2-40B4-BE49-F238E27FC236}">
                    <a16:creationId xmlns:a16="http://schemas.microsoft.com/office/drawing/2014/main" id="{C58D77AC-B8D4-288A-3E30-3CCE01E34CEA}"/>
                  </a:ext>
                </a:extLst>
              </p:cNvPr>
              <p:cNvSpPr/>
              <p:nvPr/>
            </p:nvSpPr>
            <p:spPr>
              <a:xfrm>
                <a:off x="7121172" y="2153061"/>
                <a:ext cx="427169" cy="1607459"/>
              </a:xfrm>
              <a:custGeom>
                <a:avLst/>
                <a:gdLst/>
                <a:ahLst/>
                <a:cxnLst/>
                <a:rect l="l" t="t" r="r" b="b"/>
                <a:pathLst>
                  <a:path w="26972" h="101497" extrusionOk="0">
                    <a:moveTo>
                      <a:pt x="19406" y="1"/>
                    </a:moveTo>
                    <a:cubicBezTo>
                      <a:pt x="17879" y="1"/>
                      <a:pt x="16195" y="485"/>
                      <a:pt x="14426" y="1506"/>
                    </a:cubicBezTo>
                    <a:lnTo>
                      <a:pt x="12554" y="2586"/>
                    </a:lnTo>
                    <a:cubicBezTo>
                      <a:pt x="5617" y="6594"/>
                      <a:pt x="1" y="17330"/>
                      <a:pt x="1" y="26567"/>
                    </a:cubicBezTo>
                    <a:lnTo>
                      <a:pt x="1" y="98742"/>
                    </a:lnTo>
                    <a:cubicBezTo>
                      <a:pt x="1" y="100466"/>
                      <a:pt x="780" y="101496"/>
                      <a:pt x="1897" y="101496"/>
                    </a:cubicBezTo>
                    <a:cubicBezTo>
                      <a:pt x="2280" y="101496"/>
                      <a:pt x="2702" y="101375"/>
                      <a:pt x="3147" y="101119"/>
                    </a:cubicBezTo>
                    <a:lnTo>
                      <a:pt x="23834" y="89179"/>
                    </a:lnTo>
                    <a:cubicBezTo>
                      <a:pt x="25566" y="88177"/>
                      <a:pt x="26972" y="85489"/>
                      <a:pt x="26972" y="83166"/>
                    </a:cubicBezTo>
                    <a:lnTo>
                      <a:pt x="26972" y="10999"/>
                    </a:lnTo>
                    <a:cubicBezTo>
                      <a:pt x="26972" y="4115"/>
                      <a:pt x="23857" y="1"/>
                      <a:pt x="19406" y="1"/>
                    </a:cubicBezTo>
                    <a:close/>
                  </a:path>
                </a:pathLst>
              </a:custGeom>
              <a:solidFill>
                <a:srgbClr val="E42524"/>
              </a:solidFill>
              <a:ln w="3175">
                <a:solidFill>
                  <a:schemeClr val="tx1">
                    <a:alpha val="96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" name="Google Shape;1671;p11">
              <a:extLst>
                <a:ext uri="{FF2B5EF4-FFF2-40B4-BE49-F238E27FC236}">
                  <a16:creationId xmlns:a16="http://schemas.microsoft.com/office/drawing/2014/main" id="{1AC8100A-785A-825B-D1D9-9EB9B0354BE9}"/>
                </a:ext>
              </a:extLst>
            </p:cNvPr>
            <p:cNvGrpSpPr/>
            <p:nvPr/>
          </p:nvGrpSpPr>
          <p:grpSpPr>
            <a:xfrm>
              <a:off x="5676015" y="916148"/>
              <a:ext cx="871977" cy="2249950"/>
              <a:chOff x="7121172" y="1555551"/>
              <a:chExt cx="854460" cy="2204969"/>
            </a:xfrm>
          </p:grpSpPr>
          <p:sp>
            <p:nvSpPr>
              <p:cNvPr id="29" name="Google Shape;1672;p11">
                <a:extLst>
                  <a:ext uri="{FF2B5EF4-FFF2-40B4-BE49-F238E27FC236}">
                    <a16:creationId xmlns:a16="http://schemas.microsoft.com/office/drawing/2014/main" id="{D2D47E7D-96CE-29C9-1DF1-E217872F7374}"/>
                  </a:ext>
                </a:extLst>
              </p:cNvPr>
              <p:cNvSpPr/>
              <p:nvPr/>
            </p:nvSpPr>
            <p:spPr>
              <a:xfrm>
                <a:off x="7548463" y="1555551"/>
                <a:ext cx="427169" cy="1978246"/>
              </a:xfrm>
              <a:custGeom>
                <a:avLst/>
                <a:gdLst/>
                <a:ahLst/>
                <a:cxnLst/>
                <a:rect l="l" t="t" r="r" b="b"/>
                <a:pathLst>
                  <a:path w="26972" h="124909" extrusionOk="0">
                    <a:moveTo>
                      <a:pt x="19396" y="1"/>
                    </a:moveTo>
                    <a:cubicBezTo>
                      <a:pt x="17870" y="1"/>
                      <a:pt x="16186" y="484"/>
                      <a:pt x="14418" y="1505"/>
                    </a:cubicBezTo>
                    <a:lnTo>
                      <a:pt x="12546" y="2585"/>
                    </a:lnTo>
                    <a:cubicBezTo>
                      <a:pt x="5617" y="6593"/>
                      <a:pt x="0" y="17329"/>
                      <a:pt x="0" y="26565"/>
                    </a:cubicBezTo>
                    <a:lnTo>
                      <a:pt x="0" y="122154"/>
                    </a:lnTo>
                    <a:cubicBezTo>
                      <a:pt x="0" y="123878"/>
                      <a:pt x="780" y="124908"/>
                      <a:pt x="1894" y="124908"/>
                    </a:cubicBezTo>
                    <a:cubicBezTo>
                      <a:pt x="2275" y="124908"/>
                      <a:pt x="2696" y="124787"/>
                      <a:pt x="3139" y="124531"/>
                    </a:cubicBezTo>
                    <a:lnTo>
                      <a:pt x="23826" y="112592"/>
                    </a:lnTo>
                    <a:cubicBezTo>
                      <a:pt x="25566" y="111589"/>
                      <a:pt x="26972" y="108894"/>
                      <a:pt x="26972" y="106579"/>
                    </a:cubicBezTo>
                    <a:lnTo>
                      <a:pt x="26972" y="10998"/>
                    </a:lnTo>
                    <a:cubicBezTo>
                      <a:pt x="26972" y="4118"/>
                      <a:pt x="23852" y="1"/>
                      <a:pt x="19396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E3FD8">
                      <a:shade val="30000"/>
                      <a:satMod val="115000"/>
                    </a:srgbClr>
                  </a:gs>
                  <a:gs pos="50000">
                    <a:srgbClr val="BE3FD8">
                      <a:shade val="67500"/>
                      <a:satMod val="115000"/>
                    </a:srgbClr>
                  </a:gs>
                  <a:gs pos="100000">
                    <a:srgbClr val="BE3FD8">
                      <a:shade val="100000"/>
                      <a:satMod val="115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3175">
                <a:solidFill>
                  <a:schemeClr val="tx1">
                    <a:alpha val="96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1673;p11">
                <a:extLst>
                  <a:ext uri="{FF2B5EF4-FFF2-40B4-BE49-F238E27FC236}">
                    <a16:creationId xmlns:a16="http://schemas.microsoft.com/office/drawing/2014/main" id="{036A250D-FAE1-4343-B11A-751433C4EED0}"/>
                  </a:ext>
                </a:extLst>
              </p:cNvPr>
              <p:cNvSpPr/>
              <p:nvPr/>
            </p:nvSpPr>
            <p:spPr>
              <a:xfrm>
                <a:off x="7121172" y="2153061"/>
                <a:ext cx="427169" cy="1607459"/>
              </a:xfrm>
              <a:custGeom>
                <a:avLst/>
                <a:gdLst/>
                <a:ahLst/>
                <a:cxnLst/>
                <a:rect l="l" t="t" r="r" b="b"/>
                <a:pathLst>
                  <a:path w="26972" h="101497" extrusionOk="0">
                    <a:moveTo>
                      <a:pt x="19406" y="1"/>
                    </a:moveTo>
                    <a:cubicBezTo>
                      <a:pt x="17879" y="1"/>
                      <a:pt x="16195" y="485"/>
                      <a:pt x="14426" y="1506"/>
                    </a:cubicBezTo>
                    <a:lnTo>
                      <a:pt x="12554" y="2586"/>
                    </a:lnTo>
                    <a:cubicBezTo>
                      <a:pt x="5617" y="6594"/>
                      <a:pt x="1" y="17330"/>
                      <a:pt x="1" y="26567"/>
                    </a:cubicBezTo>
                    <a:lnTo>
                      <a:pt x="1" y="98742"/>
                    </a:lnTo>
                    <a:cubicBezTo>
                      <a:pt x="1" y="100466"/>
                      <a:pt x="780" y="101496"/>
                      <a:pt x="1897" y="101496"/>
                    </a:cubicBezTo>
                    <a:cubicBezTo>
                      <a:pt x="2280" y="101496"/>
                      <a:pt x="2702" y="101375"/>
                      <a:pt x="3147" y="101119"/>
                    </a:cubicBezTo>
                    <a:lnTo>
                      <a:pt x="23834" y="89179"/>
                    </a:lnTo>
                    <a:cubicBezTo>
                      <a:pt x="25566" y="88177"/>
                      <a:pt x="26972" y="85489"/>
                      <a:pt x="26972" y="83166"/>
                    </a:cubicBezTo>
                    <a:lnTo>
                      <a:pt x="26972" y="10999"/>
                    </a:lnTo>
                    <a:cubicBezTo>
                      <a:pt x="26972" y="4115"/>
                      <a:pt x="23857" y="1"/>
                      <a:pt x="19406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BE3FD8">
                      <a:shade val="30000"/>
                      <a:satMod val="115000"/>
                    </a:srgbClr>
                  </a:gs>
                  <a:gs pos="50000">
                    <a:srgbClr val="BE3FD8">
                      <a:shade val="67500"/>
                      <a:satMod val="115000"/>
                    </a:srgbClr>
                  </a:gs>
                  <a:gs pos="100000">
                    <a:srgbClr val="BE3FD8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3175">
                <a:solidFill>
                  <a:schemeClr val="tx1">
                    <a:alpha val="96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" name="Google Shape;1674;p11">
            <a:extLst>
              <a:ext uri="{FF2B5EF4-FFF2-40B4-BE49-F238E27FC236}">
                <a16:creationId xmlns:a16="http://schemas.microsoft.com/office/drawing/2014/main" id="{E834222E-FBDB-9F33-C977-CDC3C955DF4C}"/>
              </a:ext>
            </a:extLst>
          </p:cNvPr>
          <p:cNvGrpSpPr/>
          <p:nvPr/>
        </p:nvGrpSpPr>
        <p:grpSpPr>
          <a:xfrm>
            <a:off x="9834672" y="2744089"/>
            <a:ext cx="1011073" cy="2747738"/>
            <a:chOff x="6742860" y="1284601"/>
            <a:chExt cx="1011073" cy="2957258"/>
          </a:xfrm>
        </p:grpSpPr>
        <p:grpSp>
          <p:nvGrpSpPr>
            <p:cNvPr id="36" name="Google Shape;1675;p11">
              <a:extLst>
                <a:ext uri="{FF2B5EF4-FFF2-40B4-BE49-F238E27FC236}">
                  <a16:creationId xmlns:a16="http://schemas.microsoft.com/office/drawing/2014/main" id="{52EA1FE3-C952-1087-DCFD-907A6CFE327B}"/>
                </a:ext>
              </a:extLst>
            </p:cNvPr>
            <p:cNvGrpSpPr/>
            <p:nvPr/>
          </p:nvGrpSpPr>
          <p:grpSpPr>
            <a:xfrm>
              <a:off x="6742860" y="1284601"/>
              <a:ext cx="1011073" cy="2957258"/>
              <a:chOff x="6861802" y="1083715"/>
              <a:chExt cx="990762" cy="2898136"/>
            </a:xfrm>
          </p:grpSpPr>
          <p:sp>
            <p:nvSpPr>
              <p:cNvPr id="40" name="Google Shape;1676;p11">
                <a:extLst>
                  <a:ext uri="{FF2B5EF4-FFF2-40B4-BE49-F238E27FC236}">
                    <a16:creationId xmlns:a16="http://schemas.microsoft.com/office/drawing/2014/main" id="{AF389D02-DC46-4533-8A16-C656A593870C}"/>
                  </a:ext>
                </a:extLst>
              </p:cNvPr>
              <p:cNvSpPr/>
              <p:nvPr/>
            </p:nvSpPr>
            <p:spPr>
              <a:xfrm>
                <a:off x="7241838" y="1083715"/>
                <a:ext cx="610599" cy="2678897"/>
              </a:xfrm>
              <a:custGeom>
                <a:avLst/>
                <a:gdLst/>
                <a:ahLst/>
                <a:cxnLst/>
                <a:rect l="l" t="t" r="r" b="b"/>
                <a:pathLst>
                  <a:path w="38554" h="169149" extrusionOk="0">
                    <a:moveTo>
                      <a:pt x="19384" y="0"/>
                    </a:moveTo>
                    <a:cubicBezTo>
                      <a:pt x="17864" y="0"/>
                      <a:pt x="16189" y="481"/>
                      <a:pt x="14426" y="1500"/>
                    </a:cubicBezTo>
                    <a:lnTo>
                      <a:pt x="12554" y="2580"/>
                    </a:lnTo>
                    <a:cubicBezTo>
                      <a:pt x="5624" y="6581"/>
                      <a:pt x="0" y="17317"/>
                      <a:pt x="0" y="26553"/>
                    </a:cubicBezTo>
                    <a:lnTo>
                      <a:pt x="0" y="160168"/>
                    </a:lnTo>
                    <a:cubicBezTo>
                      <a:pt x="0" y="161566"/>
                      <a:pt x="521" y="162498"/>
                      <a:pt x="1305" y="162801"/>
                    </a:cubicBezTo>
                    <a:lnTo>
                      <a:pt x="1282" y="162926"/>
                    </a:lnTo>
                    <a:lnTo>
                      <a:pt x="12538" y="168845"/>
                    </a:lnTo>
                    <a:cubicBezTo>
                      <a:pt x="12812" y="169044"/>
                      <a:pt x="13133" y="169148"/>
                      <a:pt x="13487" y="169148"/>
                    </a:cubicBezTo>
                    <a:cubicBezTo>
                      <a:pt x="13868" y="169148"/>
                      <a:pt x="14287" y="169028"/>
                      <a:pt x="14729" y="168775"/>
                    </a:cubicBezTo>
                    <a:lnTo>
                      <a:pt x="35408" y="156828"/>
                    </a:lnTo>
                    <a:cubicBezTo>
                      <a:pt x="37148" y="155825"/>
                      <a:pt x="38554" y="153138"/>
                      <a:pt x="38554" y="150823"/>
                    </a:cubicBezTo>
                    <a:lnTo>
                      <a:pt x="38554" y="17208"/>
                    </a:lnTo>
                    <a:cubicBezTo>
                      <a:pt x="38554" y="11661"/>
                      <a:pt x="36526" y="7940"/>
                      <a:pt x="33419" y="6690"/>
                    </a:cubicBezTo>
                    <a:lnTo>
                      <a:pt x="33419" y="6666"/>
                    </a:lnTo>
                    <a:lnTo>
                      <a:pt x="22808" y="941"/>
                    </a:lnTo>
                    <a:lnTo>
                      <a:pt x="22808" y="957"/>
                    </a:lnTo>
                    <a:cubicBezTo>
                      <a:pt x="21798" y="330"/>
                      <a:pt x="20644" y="0"/>
                      <a:pt x="19384" y="0"/>
                    </a:cubicBezTo>
                    <a:close/>
                  </a:path>
                </a:pathLst>
              </a:custGeom>
              <a:solidFill>
                <a:srgbClr val="8FDFD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1677;p11">
                <a:extLst>
                  <a:ext uri="{FF2B5EF4-FFF2-40B4-BE49-F238E27FC236}">
                    <a16:creationId xmlns:a16="http://schemas.microsoft.com/office/drawing/2014/main" id="{3D61A752-869C-6D43-3C67-B5A552EFE9A5}"/>
                  </a:ext>
                </a:extLst>
              </p:cNvPr>
              <p:cNvSpPr/>
              <p:nvPr/>
            </p:nvSpPr>
            <p:spPr>
              <a:xfrm>
                <a:off x="7425268" y="1182224"/>
                <a:ext cx="427296" cy="2580325"/>
              </a:xfrm>
              <a:custGeom>
                <a:avLst/>
                <a:gdLst/>
                <a:ahLst/>
                <a:cxnLst/>
                <a:rect l="l" t="t" r="r" b="b"/>
                <a:pathLst>
                  <a:path w="26980" h="162925" extrusionOk="0">
                    <a:moveTo>
                      <a:pt x="19412" y="1"/>
                    </a:moveTo>
                    <a:cubicBezTo>
                      <a:pt x="17883" y="1"/>
                      <a:pt x="16197" y="486"/>
                      <a:pt x="14426" y="1510"/>
                    </a:cubicBezTo>
                    <a:lnTo>
                      <a:pt x="12546" y="2590"/>
                    </a:lnTo>
                    <a:cubicBezTo>
                      <a:pt x="5617" y="6591"/>
                      <a:pt x="1" y="17327"/>
                      <a:pt x="1" y="26563"/>
                    </a:cubicBezTo>
                    <a:lnTo>
                      <a:pt x="1" y="160170"/>
                    </a:lnTo>
                    <a:cubicBezTo>
                      <a:pt x="1" y="161894"/>
                      <a:pt x="780" y="162924"/>
                      <a:pt x="1897" y="162924"/>
                    </a:cubicBezTo>
                    <a:cubicBezTo>
                      <a:pt x="2280" y="162924"/>
                      <a:pt x="2702" y="162803"/>
                      <a:pt x="3147" y="162547"/>
                    </a:cubicBezTo>
                    <a:lnTo>
                      <a:pt x="23826" y="150608"/>
                    </a:lnTo>
                    <a:cubicBezTo>
                      <a:pt x="25566" y="149598"/>
                      <a:pt x="26972" y="146918"/>
                      <a:pt x="26980" y="144595"/>
                    </a:cubicBezTo>
                    <a:lnTo>
                      <a:pt x="26980" y="10996"/>
                    </a:lnTo>
                    <a:cubicBezTo>
                      <a:pt x="26980" y="4114"/>
                      <a:pt x="23863" y="1"/>
                      <a:pt x="19412" y="1"/>
                    </a:cubicBezTo>
                    <a:close/>
                  </a:path>
                </a:pathLst>
              </a:custGeom>
              <a:solidFill>
                <a:srgbClr val="8FDFD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1678;p11">
                <a:extLst>
                  <a:ext uri="{FF2B5EF4-FFF2-40B4-BE49-F238E27FC236}">
                    <a16:creationId xmlns:a16="http://schemas.microsoft.com/office/drawing/2014/main" id="{6CBB5F3F-674F-5AA0-E464-BB469D0DAE76}"/>
                  </a:ext>
                </a:extLst>
              </p:cNvPr>
              <p:cNvSpPr/>
              <p:nvPr/>
            </p:nvSpPr>
            <p:spPr>
              <a:xfrm>
                <a:off x="6861802" y="1905222"/>
                <a:ext cx="610599" cy="2076629"/>
              </a:xfrm>
              <a:custGeom>
                <a:avLst/>
                <a:gdLst/>
                <a:ahLst/>
                <a:cxnLst/>
                <a:rect l="l" t="t" r="r" b="b"/>
                <a:pathLst>
                  <a:path w="38554" h="131121" extrusionOk="0">
                    <a:moveTo>
                      <a:pt x="19371" y="0"/>
                    </a:moveTo>
                    <a:cubicBezTo>
                      <a:pt x="17852" y="0"/>
                      <a:pt x="16178" y="477"/>
                      <a:pt x="14418" y="1490"/>
                    </a:cubicBezTo>
                    <a:lnTo>
                      <a:pt x="12554" y="2578"/>
                    </a:lnTo>
                    <a:cubicBezTo>
                      <a:pt x="5616" y="6579"/>
                      <a:pt x="0" y="17315"/>
                      <a:pt x="0" y="26551"/>
                    </a:cubicBezTo>
                    <a:lnTo>
                      <a:pt x="0" y="122140"/>
                    </a:lnTo>
                    <a:cubicBezTo>
                      <a:pt x="0" y="123538"/>
                      <a:pt x="513" y="124471"/>
                      <a:pt x="1305" y="124773"/>
                    </a:cubicBezTo>
                    <a:lnTo>
                      <a:pt x="1274" y="124898"/>
                    </a:lnTo>
                    <a:lnTo>
                      <a:pt x="12530" y="130817"/>
                    </a:lnTo>
                    <a:cubicBezTo>
                      <a:pt x="12804" y="131016"/>
                      <a:pt x="13125" y="131121"/>
                      <a:pt x="13480" y="131121"/>
                    </a:cubicBezTo>
                    <a:cubicBezTo>
                      <a:pt x="13860" y="131121"/>
                      <a:pt x="14279" y="131000"/>
                      <a:pt x="14721" y="130747"/>
                    </a:cubicBezTo>
                    <a:lnTo>
                      <a:pt x="35408" y="118800"/>
                    </a:lnTo>
                    <a:cubicBezTo>
                      <a:pt x="37140" y="117798"/>
                      <a:pt x="38554" y="115110"/>
                      <a:pt x="38554" y="112795"/>
                    </a:cubicBezTo>
                    <a:lnTo>
                      <a:pt x="38554" y="17198"/>
                    </a:lnTo>
                    <a:cubicBezTo>
                      <a:pt x="38554" y="11659"/>
                      <a:pt x="36526" y="7938"/>
                      <a:pt x="33411" y="6687"/>
                    </a:cubicBezTo>
                    <a:lnTo>
                      <a:pt x="33411" y="6664"/>
                    </a:lnTo>
                    <a:lnTo>
                      <a:pt x="22800" y="939"/>
                    </a:lnTo>
                    <a:lnTo>
                      <a:pt x="22800" y="954"/>
                    </a:lnTo>
                    <a:cubicBezTo>
                      <a:pt x="21791" y="330"/>
                      <a:pt x="20635" y="0"/>
                      <a:pt x="19371" y="0"/>
                    </a:cubicBezTo>
                    <a:close/>
                  </a:path>
                </a:pathLst>
              </a:custGeom>
              <a:solidFill>
                <a:srgbClr val="008D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679;p11">
                <a:extLst>
                  <a:ext uri="{FF2B5EF4-FFF2-40B4-BE49-F238E27FC236}">
                    <a16:creationId xmlns:a16="http://schemas.microsoft.com/office/drawing/2014/main" id="{F1D3E4A1-DC9D-6273-9065-D87A5D588A43}"/>
                  </a:ext>
                </a:extLst>
              </p:cNvPr>
              <p:cNvSpPr/>
              <p:nvPr/>
            </p:nvSpPr>
            <p:spPr>
              <a:xfrm>
                <a:off x="7045232" y="2003525"/>
                <a:ext cx="427169" cy="1978262"/>
              </a:xfrm>
              <a:custGeom>
                <a:avLst/>
                <a:gdLst/>
                <a:ahLst/>
                <a:cxnLst/>
                <a:rect l="l" t="t" r="r" b="b"/>
                <a:pathLst>
                  <a:path w="26972" h="124910" extrusionOk="0">
                    <a:moveTo>
                      <a:pt x="19399" y="1"/>
                    </a:moveTo>
                    <a:cubicBezTo>
                      <a:pt x="17872" y="1"/>
                      <a:pt x="16188" y="484"/>
                      <a:pt x="14418" y="1506"/>
                    </a:cubicBezTo>
                    <a:lnTo>
                      <a:pt x="12546" y="2586"/>
                    </a:lnTo>
                    <a:cubicBezTo>
                      <a:pt x="5617" y="6586"/>
                      <a:pt x="0" y="17322"/>
                      <a:pt x="0" y="26566"/>
                    </a:cubicBezTo>
                    <a:lnTo>
                      <a:pt x="0" y="122155"/>
                    </a:lnTo>
                    <a:cubicBezTo>
                      <a:pt x="0" y="123879"/>
                      <a:pt x="780" y="124910"/>
                      <a:pt x="1894" y="124910"/>
                    </a:cubicBezTo>
                    <a:cubicBezTo>
                      <a:pt x="2275" y="124910"/>
                      <a:pt x="2697" y="124788"/>
                      <a:pt x="3139" y="124533"/>
                    </a:cubicBezTo>
                    <a:lnTo>
                      <a:pt x="23826" y="112593"/>
                    </a:lnTo>
                    <a:cubicBezTo>
                      <a:pt x="25566" y="111583"/>
                      <a:pt x="26972" y="108895"/>
                      <a:pt x="26972" y="106580"/>
                    </a:cubicBezTo>
                    <a:lnTo>
                      <a:pt x="26972" y="10999"/>
                    </a:lnTo>
                    <a:cubicBezTo>
                      <a:pt x="26972" y="4115"/>
                      <a:pt x="23853" y="1"/>
                      <a:pt x="19399" y="1"/>
                    </a:cubicBezTo>
                    <a:close/>
                  </a:path>
                </a:pathLst>
              </a:custGeom>
              <a:solidFill>
                <a:srgbClr val="008D8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" name="Google Shape;1680;p11">
              <a:extLst>
                <a:ext uri="{FF2B5EF4-FFF2-40B4-BE49-F238E27FC236}">
                  <a16:creationId xmlns:a16="http://schemas.microsoft.com/office/drawing/2014/main" id="{6005E16D-01F8-4209-C9A6-B1A31C5ED7BC}"/>
                </a:ext>
              </a:extLst>
            </p:cNvPr>
            <p:cNvGrpSpPr/>
            <p:nvPr/>
          </p:nvGrpSpPr>
          <p:grpSpPr>
            <a:xfrm>
              <a:off x="6930050" y="1385125"/>
              <a:ext cx="823867" cy="2856668"/>
              <a:chOff x="7045232" y="1182230"/>
              <a:chExt cx="807317" cy="2799557"/>
            </a:xfrm>
          </p:grpSpPr>
          <p:sp>
            <p:nvSpPr>
              <p:cNvPr id="38" name="Google Shape;1681;p11">
                <a:extLst>
                  <a:ext uri="{FF2B5EF4-FFF2-40B4-BE49-F238E27FC236}">
                    <a16:creationId xmlns:a16="http://schemas.microsoft.com/office/drawing/2014/main" id="{076B2E44-0935-1D85-FA40-ECCB8FC968E0}"/>
                  </a:ext>
                </a:extLst>
              </p:cNvPr>
              <p:cNvSpPr/>
              <p:nvPr/>
            </p:nvSpPr>
            <p:spPr>
              <a:xfrm>
                <a:off x="7472401" y="1182230"/>
                <a:ext cx="380148" cy="2580325"/>
              </a:xfrm>
              <a:custGeom>
                <a:avLst/>
                <a:gdLst/>
                <a:ahLst/>
                <a:cxnLst/>
                <a:rect l="l" t="t" r="r" b="b"/>
                <a:pathLst>
                  <a:path w="26980" h="162925" extrusionOk="0">
                    <a:moveTo>
                      <a:pt x="19412" y="1"/>
                    </a:moveTo>
                    <a:cubicBezTo>
                      <a:pt x="17883" y="1"/>
                      <a:pt x="16197" y="486"/>
                      <a:pt x="14426" y="1510"/>
                    </a:cubicBezTo>
                    <a:lnTo>
                      <a:pt x="12546" y="2590"/>
                    </a:lnTo>
                    <a:cubicBezTo>
                      <a:pt x="5617" y="6591"/>
                      <a:pt x="1" y="17327"/>
                      <a:pt x="1" y="26563"/>
                    </a:cubicBezTo>
                    <a:lnTo>
                      <a:pt x="1" y="160170"/>
                    </a:lnTo>
                    <a:cubicBezTo>
                      <a:pt x="1" y="161894"/>
                      <a:pt x="780" y="162924"/>
                      <a:pt x="1897" y="162924"/>
                    </a:cubicBezTo>
                    <a:cubicBezTo>
                      <a:pt x="2280" y="162924"/>
                      <a:pt x="2702" y="162803"/>
                      <a:pt x="3147" y="162547"/>
                    </a:cubicBezTo>
                    <a:lnTo>
                      <a:pt x="23826" y="150608"/>
                    </a:lnTo>
                    <a:cubicBezTo>
                      <a:pt x="25566" y="149598"/>
                      <a:pt x="26972" y="146918"/>
                      <a:pt x="26980" y="144595"/>
                    </a:cubicBezTo>
                    <a:lnTo>
                      <a:pt x="26980" y="10996"/>
                    </a:lnTo>
                    <a:cubicBezTo>
                      <a:pt x="26980" y="4114"/>
                      <a:pt x="23863" y="1"/>
                      <a:pt x="19412" y="1"/>
                    </a:cubicBezTo>
                    <a:close/>
                  </a:path>
                </a:pathLst>
              </a:custGeom>
              <a:solidFill>
                <a:srgbClr val="FFFFFF">
                  <a:alpha val="23137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1682;p11">
                <a:extLst>
                  <a:ext uri="{FF2B5EF4-FFF2-40B4-BE49-F238E27FC236}">
                    <a16:creationId xmlns:a16="http://schemas.microsoft.com/office/drawing/2014/main" id="{F41B17E1-BACF-6AD0-159A-A07F91A97CB1}"/>
                  </a:ext>
                </a:extLst>
              </p:cNvPr>
              <p:cNvSpPr/>
              <p:nvPr/>
            </p:nvSpPr>
            <p:spPr>
              <a:xfrm>
                <a:off x="7045232" y="2003525"/>
                <a:ext cx="427169" cy="1978262"/>
              </a:xfrm>
              <a:custGeom>
                <a:avLst/>
                <a:gdLst/>
                <a:ahLst/>
                <a:cxnLst/>
                <a:rect l="l" t="t" r="r" b="b"/>
                <a:pathLst>
                  <a:path w="26972" h="124910" extrusionOk="0">
                    <a:moveTo>
                      <a:pt x="19399" y="1"/>
                    </a:moveTo>
                    <a:cubicBezTo>
                      <a:pt x="17872" y="1"/>
                      <a:pt x="16188" y="484"/>
                      <a:pt x="14418" y="1506"/>
                    </a:cubicBezTo>
                    <a:lnTo>
                      <a:pt x="12546" y="2586"/>
                    </a:lnTo>
                    <a:cubicBezTo>
                      <a:pt x="5617" y="6586"/>
                      <a:pt x="0" y="17322"/>
                      <a:pt x="0" y="26566"/>
                    </a:cubicBezTo>
                    <a:lnTo>
                      <a:pt x="0" y="122155"/>
                    </a:lnTo>
                    <a:cubicBezTo>
                      <a:pt x="0" y="123879"/>
                      <a:pt x="780" y="124910"/>
                      <a:pt x="1894" y="124910"/>
                    </a:cubicBezTo>
                    <a:cubicBezTo>
                      <a:pt x="2275" y="124910"/>
                      <a:pt x="2697" y="124788"/>
                      <a:pt x="3139" y="124533"/>
                    </a:cubicBezTo>
                    <a:lnTo>
                      <a:pt x="23826" y="112593"/>
                    </a:lnTo>
                    <a:cubicBezTo>
                      <a:pt x="25566" y="111583"/>
                      <a:pt x="26972" y="108895"/>
                      <a:pt x="26972" y="106580"/>
                    </a:cubicBezTo>
                    <a:lnTo>
                      <a:pt x="26972" y="10999"/>
                    </a:lnTo>
                    <a:cubicBezTo>
                      <a:pt x="26972" y="4115"/>
                      <a:pt x="23853" y="1"/>
                      <a:pt x="19399" y="1"/>
                    </a:cubicBezTo>
                    <a:close/>
                  </a:path>
                </a:pathLst>
              </a:custGeom>
              <a:solidFill>
                <a:srgbClr val="FFFFFF">
                  <a:alpha val="23137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7" name="Google Shape;1652;p11">
            <a:extLst>
              <a:ext uri="{FF2B5EF4-FFF2-40B4-BE49-F238E27FC236}">
                <a16:creationId xmlns:a16="http://schemas.microsoft.com/office/drawing/2014/main" id="{3DEE72C7-C5D7-C39C-A57B-59952B288952}"/>
              </a:ext>
            </a:extLst>
          </p:cNvPr>
          <p:cNvSpPr/>
          <p:nvPr/>
        </p:nvSpPr>
        <p:spPr>
          <a:xfrm>
            <a:off x="762167" y="4075265"/>
            <a:ext cx="4014000" cy="522900"/>
          </a:xfrm>
          <a:prstGeom prst="rect">
            <a:avLst/>
          </a:prstGeom>
          <a:solidFill>
            <a:srgbClr val="8FDF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1653;p11">
            <a:extLst>
              <a:ext uri="{FF2B5EF4-FFF2-40B4-BE49-F238E27FC236}">
                <a16:creationId xmlns:a16="http://schemas.microsoft.com/office/drawing/2014/main" id="{6E7C36E2-5C03-5C35-1E4B-C013DBDEB221}"/>
              </a:ext>
            </a:extLst>
          </p:cNvPr>
          <p:cNvSpPr/>
          <p:nvPr/>
        </p:nvSpPr>
        <p:spPr>
          <a:xfrm>
            <a:off x="762167" y="2177014"/>
            <a:ext cx="4014000" cy="522900"/>
          </a:xfrm>
          <a:prstGeom prst="rect">
            <a:avLst/>
          </a:prstGeom>
          <a:solidFill>
            <a:srgbClr val="BE3FD8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1655;p11">
            <a:extLst>
              <a:ext uri="{FF2B5EF4-FFF2-40B4-BE49-F238E27FC236}">
                <a16:creationId xmlns:a16="http://schemas.microsoft.com/office/drawing/2014/main" id="{0AFD18DE-DF2D-59B7-7850-61C4B956DA49}"/>
              </a:ext>
            </a:extLst>
          </p:cNvPr>
          <p:cNvSpPr txBox="1">
            <a:spLocks/>
          </p:cNvSpPr>
          <p:nvPr/>
        </p:nvSpPr>
        <p:spPr>
          <a:xfrm>
            <a:off x="831242" y="2146714"/>
            <a:ext cx="15660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3000" b="1" i="0" u="none" strike="noStrike" cap="none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949"/>
              </a:buClr>
              <a:buSzPts val="6000"/>
              <a:buFont typeface="Red Hat Display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98.73M</a:t>
            </a:r>
          </a:p>
        </p:txBody>
      </p:sp>
      <p:sp>
        <p:nvSpPr>
          <p:cNvPr id="60" name="Google Shape;1656;p11">
            <a:extLst>
              <a:ext uri="{FF2B5EF4-FFF2-40B4-BE49-F238E27FC236}">
                <a16:creationId xmlns:a16="http://schemas.microsoft.com/office/drawing/2014/main" id="{2AFCF6C1-FBDA-241B-AFB2-914C2F2F0B31}"/>
              </a:ext>
            </a:extLst>
          </p:cNvPr>
          <p:cNvSpPr txBox="1">
            <a:spLocks/>
          </p:cNvSpPr>
          <p:nvPr/>
        </p:nvSpPr>
        <p:spPr>
          <a:xfrm>
            <a:off x="831242" y="2744089"/>
            <a:ext cx="18333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949"/>
              </a:buClr>
              <a:buSzPts val="10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6494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Monthly visits</a:t>
            </a:r>
          </a:p>
        </p:txBody>
      </p:sp>
      <p:sp>
        <p:nvSpPr>
          <p:cNvPr id="61" name="Google Shape;1657;p11">
            <a:extLst>
              <a:ext uri="{FF2B5EF4-FFF2-40B4-BE49-F238E27FC236}">
                <a16:creationId xmlns:a16="http://schemas.microsoft.com/office/drawing/2014/main" id="{E4DF7340-31C5-0DF2-C0E4-27DDF14924E3}"/>
              </a:ext>
            </a:extLst>
          </p:cNvPr>
          <p:cNvSpPr txBox="1">
            <a:spLocks/>
          </p:cNvSpPr>
          <p:nvPr/>
        </p:nvSpPr>
        <p:spPr>
          <a:xfrm>
            <a:off x="2988117" y="2146714"/>
            <a:ext cx="18333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3000" b="1" i="0" u="none" strike="noStrike" cap="none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949"/>
              </a:buClr>
              <a:buSzPts val="6000"/>
              <a:buFont typeface="Red Hat Display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40.4%</a:t>
            </a:r>
          </a:p>
        </p:txBody>
      </p:sp>
      <p:sp>
        <p:nvSpPr>
          <p:cNvPr id="62" name="Google Shape;1658;p11">
            <a:extLst>
              <a:ext uri="{FF2B5EF4-FFF2-40B4-BE49-F238E27FC236}">
                <a16:creationId xmlns:a16="http://schemas.microsoft.com/office/drawing/2014/main" id="{EAF9655E-50C4-08AF-631F-9114D71CC44D}"/>
              </a:ext>
            </a:extLst>
          </p:cNvPr>
          <p:cNvSpPr txBox="1">
            <a:spLocks/>
          </p:cNvSpPr>
          <p:nvPr/>
        </p:nvSpPr>
        <p:spPr>
          <a:xfrm>
            <a:off x="2988117" y="2744089"/>
            <a:ext cx="1756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949"/>
              </a:buClr>
              <a:buSzPts val="10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6494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Last Month Change</a:t>
            </a:r>
          </a:p>
        </p:txBody>
      </p:sp>
      <p:sp>
        <p:nvSpPr>
          <p:cNvPr id="64" name="Google Shape;1660;p11">
            <a:extLst>
              <a:ext uri="{FF2B5EF4-FFF2-40B4-BE49-F238E27FC236}">
                <a16:creationId xmlns:a16="http://schemas.microsoft.com/office/drawing/2014/main" id="{599237AA-670D-EFA3-9967-254DB2A3DE75}"/>
              </a:ext>
            </a:extLst>
          </p:cNvPr>
          <p:cNvSpPr txBox="1">
            <a:spLocks/>
          </p:cNvSpPr>
          <p:nvPr/>
        </p:nvSpPr>
        <p:spPr>
          <a:xfrm>
            <a:off x="831242" y="4022164"/>
            <a:ext cx="15660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3000" b="1" i="0" u="none" strike="noStrike" cap="none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949"/>
              </a:buClr>
              <a:buSzPts val="6000"/>
              <a:buFont typeface="Red Hat Display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8D8A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58.09M</a:t>
            </a:r>
          </a:p>
        </p:txBody>
      </p:sp>
      <p:sp>
        <p:nvSpPr>
          <p:cNvPr id="65" name="Google Shape;1661;p11">
            <a:extLst>
              <a:ext uri="{FF2B5EF4-FFF2-40B4-BE49-F238E27FC236}">
                <a16:creationId xmlns:a16="http://schemas.microsoft.com/office/drawing/2014/main" id="{1CF6C49B-31DA-725A-2FCF-D59494B0B184}"/>
              </a:ext>
            </a:extLst>
          </p:cNvPr>
          <p:cNvSpPr txBox="1">
            <a:spLocks/>
          </p:cNvSpPr>
          <p:nvPr/>
        </p:nvSpPr>
        <p:spPr>
          <a:xfrm>
            <a:off x="831242" y="4633565"/>
            <a:ext cx="18333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949"/>
              </a:buClr>
              <a:buSzPts val="10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6494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Monthly visits</a:t>
            </a:r>
          </a:p>
        </p:txBody>
      </p:sp>
      <p:sp>
        <p:nvSpPr>
          <p:cNvPr id="66" name="Google Shape;1662;p11">
            <a:extLst>
              <a:ext uri="{FF2B5EF4-FFF2-40B4-BE49-F238E27FC236}">
                <a16:creationId xmlns:a16="http://schemas.microsoft.com/office/drawing/2014/main" id="{41C77E1E-465F-54DF-7D45-D11B08FA0953}"/>
              </a:ext>
            </a:extLst>
          </p:cNvPr>
          <p:cNvSpPr txBox="1">
            <a:spLocks/>
          </p:cNvSpPr>
          <p:nvPr/>
        </p:nvSpPr>
        <p:spPr>
          <a:xfrm>
            <a:off x="2988117" y="4022165"/>
            <a:ext cx="19005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3000" b="1" i="0" u="none" strike="noStrike" cap="none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ed Hat Display"/>
              <a:buNone/>
              <a:defRPr sz="60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949"/>
              </a:buClr>
              <a:buSzPts val="6000"/>
              <a:buFont typeface="Red Hat Display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8D8A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37.72%</a:t>
            </a:r>
          </a:p>
        </p:txBody>
      </p:sp>
      <p:sp>
        <p:nvSpPr>
          <p:cNvPr id="67" name="Google Shape;1663;p11">
            <a:extLst>
              <a:ext uri="{FF2B5EF4-FFF2-40B4-BE49-F238E27FC236}">
                <a16:creationId xmlns:a16="http://schemas.microsoft.com/office/drawing/2014/main" id="{D9E5FC1F-6CFD-94A5-0089-C8F0081A1D99}"/>
              </a:ext>
            </a:extLst>
          </p:cNvPr>
          <p:cNvSpPr txBox="1">
            <a:spLocks/>
          </p:cNvSpPr>
          <p:nvPr/>
        </p:nvSpPr>
        <p:spPr>
          <a:xfrm>
            <a:off x="2988117" y="4633565"/>
            <a:ext cx="1756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949"/>
              </a:buClr>
              <a:buSzPts val="10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6494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Last Month Change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21028C-E750-D880-2437-05937837D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37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3" name="Swipe Swoosh Transition Sound Effect.wav"/>
          </p:stSnd>
        </p:sndAc>
      </p:transition>
    </mc:Choice>
    <mc:Fallback xmlns="">
      <p:transition>
        <p:fade/>
        <p:sndAc>
          <p:stSnd>
            <p:snd r:embed="rId7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57" grpId="0" animBg="1"/>
      <p:bldP spid="58" grpId="0" animBg="1"/>
      <p:bldP spid="59" grpId="0"/>
      <p:bldP spid="60" grpId="0"/>
      <p:bldP spid="61" grpId="0"/>
      <p:bldP spid="62" grpId="0"/>
      <p:bldP spid="64" grpId="0"/>
      <p:bldP spid="65" grpId="0"/>
      <p:bldP spid="66" grpId="0"/>
      <p:bldP spid="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F7C9FD5-6D14-E9AD-2991-56EE9655D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588" y="1181738"/>
            <a:ext cx="5773569" cy="4494523"/>
          </a:xfrm>
          <a:prstGeom prst="rect">
            <a:avLst/>
          </a:prstGeom>
        </p:spPr>
      </p:pic>
      <p:pic>
        <p:nvPicPr>
          <p:cNvPr id="10" name="Picture 9" descr="A purple and black gradient&#10;&#10;Description automatically generated">
            <a:extLst>
              <a:ext uri="{FF2B5EF4-FFF2-40B4-BE49-F238E27FC236}">
                <a16:creationId xmlns:a16="http://schemas.microsoft.com/office/drawing/2014/main" id="{648C1A16-D8DC-6803-798E-F075A5CAB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08535" y="-1141077"/>
            <a:ext cx="10477503" cy="5902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75EA4C-5C39-665C-AB1D-1C4CC474D4A0}"/>
              </a:ext>
            </a:extLst>
          </p:cNvPr>
          <p:cNvSpPr txBox="1"/>
          <p:nvPr/>
        </p:nvSpPr>
        <p:spPr>
          <a:xfrm>
            <a:off x="6395890" y="2644170"/>
            <a:ext cx="59027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PROJECT SPECIFICATIONS</a:t>
            </a:r>
            <a:endParaRPr lang="en-US" sz="1400" b="1" dirty="0">
              <a:solidFill>
                <a:schemeClr val="bg1"/>
              </a:solidFill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550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2" name="Swipe Swoosh Transition Sound Effect.wav"/>
          </p:stSnd>
        </p:sndAc>
      </p:transition>
    </mc:Choice>
    <mc:Fallback xmlns="">
      <p:transition>
        <p:fade/>
        <p:sndAc>
          <p:stSnd>
            <p:snd r:embed="rId5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3370;p15">
            <a:extLst>
              <a:ext uri="{FF2B5EF4-FFF2-40B4-BE49-F238E27FC236}">
                <a16:creationId xmlns:a16="http://schemas.microsoft.com/office/drawing/2014/main" id="{4B41A0F9-B975-51F9-E49B-049179145E5D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1330849" y="4039981"/>
            <a:ext cx="0" cy="860138"/>
          </a:xfrm>
          <a:prstGeom prst="straightConnector1">
            <a:avLst/>
          </a:prstGeom>
          <a:noFill/>
          <a:ln w="9525" cap="flat" cmpd="sng">
            <a:solidFill>
              <a:srgbClr val="5F2F6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0126384-A46C-D9D5-D243-B2D2FFC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29" y="1637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STAKEHOLDERS</a:t>
            </a:r>
            <a:endParaRPr lang="en-US" sz="3400" b="1" dirty="0">
              <a:solidFill>
                <a:srgbClr val="5F2F69"/>
              </a:solidFill>
              <a:latin typeface="Product Sans" panose="020B0403030502040203" pitchFamily="34" charset="0"/>
            </a:endParaRPr>
          </a:p>
        </p:txBody>
      </p:sp>
      <p:pic>
        <p:nvPicPr>
          <p:cNvPr id="4" name="Picture 3" descr="A purple and black gradient&#10;&#10;Description automatically generated">
            <a:extLst>
              <a:ext uri="{FF2B5EF4-FFF2-40B4-BE49-F238E27FC236}">
                <a16:creationId xmlns:a16="http://schemas.microsoft.com/office/drawing/2014/main" id="{166E1913-CD8B-07FC-C3DD-0E3CA085EC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5" name="Picture 4" descr="A purple and black gradient&#10;&#10;Description automatically generated">
            <a:extLst>
              <a:ext uri="{FF2B5EF4-FFF2-40B4-BE49-F238E27FC236}">
                <a16:creationId xmlns:a16="http://schemas.microsoft.com/office/drawing/2014/main" id="{9D778327-86B0-1DE0-075B-49837050E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7" name="Google Shape;615;p2">
            <a:extLst>
              <a:ext uri="{FF2B5EF4-FFF2-40B4-BE49-F238E27FC236}">
                <a16:creationId xmlns:a16="http://schemas.microsoft.com/office/drawing/2014/main" id="{098C8EA2-E085-EF58-BABA-666415B4FCB1}"/>
              </a:ext>
            </a:extLst>
          </p:cNvPr>
          <p:cNvSpPr/>
          <p:nvPr/>
        </p:nvSpPr>
        <p:spPr>
          <a:xfrm>
            <a:off x="603361" y="1067070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3370;p15">
            <a:extLst>
              <a:ext uri="{FF2B5EF4-FFF2-40B4-BE49-F238E27FC236}">
                <a16:creationId xmlns:a16="http://schemas.microsoft.com/office/drawing/2014/main" id="{BD40650B-9C4E-5CB2-CB88-6ABBF4E7A7FE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 flipH="1">
            <a:off x="1330849" y="2523413"/>
            <a:ext cx="10606" cy="771049"/>
          </a:xfrm>
          <a:prstGeom prst="straightConnector1">
            <a:avLst/>
          </a:prstGeom>
          <a:noFill/>
          <a:ln w="9525" cap="flat" cmpd="sng">
            <a:solidFill>
              <a:srgbClr val="5F2F6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3374;p15">
            <a:extLst>
              <a:ext uri="{FF2B5EF4-FFF2-40B4-BE49-F238E27FC236}">
                <a16:creationId xmlns:a16="http://schemas.microsoft.com/office/drawing/2014/main" id="{9B52AB25-4BBF-C73B-4E86-42A1EB2A01A9}"/>
              </a:ext>
            </a:extLst>
          </p:cNvPr>
          <p:cNvSpPr txBox="1">
            <a:spLocks/>
          </p:cNvSpPr>
          <p:nvPr/>
        </p:nvSpPr>
        <p:spPr>
          <a:xfrm>
            <a:off x="2081812" y="2026036"/>
            <a:ext cx="3868611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949"/>
              </a:buClr>
              <a:buSzPts val="1600"/>
              <a:buFont typeface="Fira Sans Condensed Medium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Institute Administrator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C2C1973-5504-12DD-AF72-D41DC55BA142}"/>
              </a:ext>
            </a:extLst>
          </p:cNvPr>
          <p:cNvGrpSpPr/>
          <p:nvPr/>
        </p:nvGrpSpPr>
        <p:grpSpPr>
          <a:xfrm>
            <a:off x="953899" y="3294462"/>
            <a:ext cx="753900" cy="753900"/>
            <a:chOff x="953899" y="3294462"/>
            <a:chExt cx="753900" cy="753900"/>
          </a:xfrm>
        </p:grpSpPr>
        <p:sp>
          <p:nvSpPr>
            <p:cNvPr id="17" name="Google Shape;3372;p15">
              <a:extLst>
                <a:ext uri="{FF2B5EF4-FFF2-40B4-BE49-F238E27FC236}">
                  <a16:creationId xmlns:a16="http://schemas.microsoft.com/office/drawing/2014/main" id="{6F273119-7EDF-2339-5866-6DABA9D4B973}"/>
                </a:ext>
              </a:extLst>
            </p:cNvPr>
            <p:cNvSpPr/>
            <p:nvPr/>
          </p:nvSpPr>
          <p:spPr>
            <a:xfrm>
              <a:off x="953899" y="3294462"/>
              <a:ext cx="753900" cy="753900"/>
            </a:xfrm>
            <a:prstGeom prst="rect">
              <a:avLst/>
            </a:prstGeom>
            <a:solidFill>
              <a:srgbClr val="5F2F69">
                <a:alpha val="5176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 rtl="1">
                <a:buClr>
                  <a:srgbClr val="000000"/>
                </a:buClr>
                <a:buSzPts val="1400"/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3375;p15">
              <a:extLst>
                <a:ext uri="{FF2B5EF4-FFF2-40B4-BE49-F238E27FC236}">
                  <a16:creationId xmlns:a16="http://schemas.microsoft.com/office/drawing/2014/main" id="{8E7C1B0E-26FD-E5E5-D33A-19D46C97F93A}"/>
                </a:ext>
              </a:extLst>
            </p:cNvPr>
            <p:cNvSpPr txBox="1">
              <a:spLocks/>
            </p:cNvSpPr>
            <p:nvPr/>
          </p:nvSpPr>
          <p:spPr>
            <a:xfrm>
              <a:off x="964505" y="3469863"/>
              <a:ext cx="735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8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600"/>
                <a:buFont typeface="Fira Sans Condensed Medium"/>
                <a:buNone/>
                <a:tabLst/>
                <a:defRPr/>
              </a:pPr>
              <a:r>
                <a:rPr kumimoji="0" lang="en-US" sz="3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02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F599E49-5E31-5C39-7A69-865669D794E0}"/>
              </a:ext>
            </a:extLst>
          </p:cNvPr>
          <p:cNvGrpSpPr/>
          <p:nvPr/>
        </p:nvGrpSpPr>
        <p:grpSpPr>
          <a:xfrm>
            <a:off x="964505" y="1769513"/>
            <a:ext cx="755056" cy="753900"/>
            <a:chOff x="964505" y="1769513"/>
            <a:chExt cx="755056" cy="753900"/>
          </a:xfrm>
        </p:grpSpPr>
        <p:sp>
          <p:nvSpPr>
            <p:cNvPr id="16" name="Google Shape;3371;p15">
              <a:extLst>
                <a:ext uri="{FF2B5EF4-FFF2-40B4-BE49-F238E27FC236}">
                  <a16:creationId xmlns:a16="http://schemas.microsoft.com/office/drawing/2014/main" id="{5C307443-4457-6A96-455E-7B7046B3E8B9}"/>
                </a:ext>
              </a:extLst>
            </p:cNvPr>
            <p:cNvSpPr/>
            <p:nvPr/>
          </p:nvSpPr>
          <p:spPr>
            <a:xfrm>
              <a:off x="964505" y="1769513"/>
              <a:ext cx="753900" cy="753900"/>
            </a:xfrm>
            <a:prstGeom prst="rect">
              <a:avLst/>
            </a:prstGeom>
            <a:solidFill>
              <a:srgbClr val="5F2F69">
                <a:alpha val="5176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3376;p15">
              <a:extLst>
                <a:ext uri="{FF2B5EF4-FFF2-40B4-BE49-F238E27FC236}">
                  <a16:creationId xmlns:a16="http://schemas.microsoft.com/office/drawing/2014/main" id="{FD697B67-AD3B-F6F5-8DC7-462E2883F6C7}"/>
                </a:ext>
              </a:extLst>
            </p:cNvPr>
            <p:cNvSpPr txBox="1">
              <a:spLocks/>
            </p:cNvSpPr>
            <p:nvPr/>
          </p:nvSpPr>
          <p:spPr>
            <a:xfrm>
              <a:off x="965661" y="1967463"/>
              <a:ext cx="753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8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600"/>
                <a:buFont typeface="Fira Sans Condensed Medium"/>
                <a:buNone/>
                <a:tabLst/>
                <a:defRPr/>
              </a:pPr>
              <a:r>
                <a:rPr kumimoji="0" lang="en-US" sz="3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01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0B4523-47B7-A3D1-87A8-A09553EAD354}"/>
              </a:ext>
            </a:extLst>
          </p:cNvPr>
          <p:cNvGrpSpPr/>
          <p:nvPr/>
        </p:nvGrpSpPr>
        <p:grpSpPr>
          <a:xfrm>
            <a:off x="953899" y="4900119"/>
            <a:ext cx="753900" cy="753900"/>
            <a:chOff x="953899" y="4900119"/>
            <a:chExt cx="753900" cy="753900"/>
          </a:xfrm>
        </p:grpSpPr>
        <p:sp>
          <p:nvSpPr>
            <p:cNvPr id="22" name="Google Shape;3372;p15">
              <a:extLst>
                <a:ext uri="{FF2B5EF4-FFF2-40B4-BE49-F238E27FC236}">
                  <a16:creationId xmlns:a16="http://schemas.microsoft.com/office/drawing/2014/main" id="{45B2FEA1-F820-BC78-B850-269C174C5657}"/>
                </a:ext>
              </a:extLst>
            </p:cNvPr>
            <p:cNvSpPr/>
            <p:nvPr/>
          </p:nvSpPr>
          <p:spPr>
            <a:xfrm>
              <a:off x="953899" y="4900119"/>
              <a:ext cx="753900" cy="753900"/>
            </a:xfrm>
            <a:prstGeom prst="rect">
              <a:avLst/>
            </a:prstGeom>
            <a:solidFill>
              <a:srgbClr val="5F2F69">
                <a:alpha val="5176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 rtl="1">
                <a:buClr>
                  <a:srgbClr val="000000"/>
                </a:buClr>
                <a:buSzPts val="1400"/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3375;p15">
              <a:extLst>
                <a:ext uri="{FF2B5EF4-FFF2-40B4-BE49-F238E27FC236}">
                  <a16:creationId xmlns:a16="http://schemas.microsoft.com/office/drawing/2014/main" id="{77A4F10C-8AB9-8C8A-7B9A-EBC60B383C30}"/>
                </a:ext>
              </a:extLst>
            </p:cNvPr>
            <p:cNvSpPr txBox="1">
              <a:spLocks/>
            </p:cNvSpPr>
            <p:nvPr/>
          </p:nvSpPr>
          <p:spPr>
            <a:xfrm>
              <a:off x="964505" y="5075520"/>
              <a:ext cx="735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8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600"/>
                <a:buFont typeface="Fira Sans Condensed Medium"/>
                <a:buNone/>
                <a:tabLst/>
                <a:defRPr/>
              </a:pPr>
              <a:r>
                <a:rPr kumimoji="0" lang="en-US" sz="3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03</a:t>
              </a:r>
            </a:p>
          </p:txBody>
        </p:sp>
      </p:grpSp>
      <p:sp>
        <p:nvSpPr>
          <p:cNvPr id="26" name="Google Shape;3374;p15">
            <a:extLst>
              <a:ext uri="{FF2B5EF4-FFF2-40B4-BE49-F238E27FC236}">
                <a16:creationId xmlns:a16="http://schemas.microsoft.com/office/drawing/2014/main" id="{95D3BBCC-4834-5453-11FB-C6FDD0DA74A1}"/>
              </a:ext>
            </a:extLst>
          </p:cNvPr>
          <p:cNvSpPr txBox="1">
            <a:spLocks/>
          </p:cNvSpPr>
          <p:nvPr/>
        </p:nvSpPr>
        <p:spPr>
          <a:xfrm>
            <a:off x="2081811" y="3537657"/>
            <a:ext cx="3868611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949"/>
              </a:buClr>
              <a:buSzPts val="1600"/>
              <a:buFont typeface="Fira Sans Condensed Medium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Teaching Stuff</a:t>
            </a:r>
          </a:p>
        </p:txBody>
      </p:sp>
      <p:sp>
        <p:nvSpPr>
          <p:cNvPr id="27" name="Google Shape;3374;p15">
            <a:extLst>
              <a:ext uri="{FF2B5EF4-FFF2-40B4-BE49-F238E27FC236}">
                <a16:creationId xmlns:a16="http://schemas.microsoft.com/office/drawing/2014/main" id="{E80CD017-EE7C-0D1D-3E18-C9221274A4E9}"/>
              </a:ext>
            </a:extLst>
          </p:cNvPr>
          <p:cNvSpPr txBox="1">
            <a:spLocks/>
          </p:cNvSpPr>
          <p:nvPr/>
        </p:nvSpPr>
        <p:spPr>
          <a:xfrm>
            <a:off x="2081811" y="5108015"/>
            <a:ext cx="3868611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800" b="1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Condensed Medium"/>
              <a:buNone/>
              <a:defRPr sz="1600" b="1" i="0" u="none" strike="noStrike" cap="none">
                <a:solidFill>
                  <a:schemeClr val="dk1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4949"/>
              </a:buClr>
              <a:buSzPts val="1600"/>
              <a:buFont typeface="Fira Sans Condensed Medium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Student</a:t>
            </a:r>
          </a:p>
        </p:txBody>
      </p:sp>
      <p:pic>
        <p:nvPicPr>
          <p:cNvPr id="29" name="Picture 28" descr="A group of people in front of a person using a computer&#10;&#10;Description automatically generated">
            <a:extLst>
              <a:ext uri="{FF2B5EF4-FFF2-40B4-BE49-F238E27FC236}">
                <a16:creationId xmlns:a16="http://schemas.microsoft.com/office/drawing/2014/main" id="{2F72B9E1-213D-E474-6B24-ECCA772EDE9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519"/>
          <a:stretch/>
        </p:blipFill>
        <p:spPr>
          <a:xfrm>
            <a:off x="7348683" y="1133457"/>
            <a:ext cx="2552381" cy="1631003"/>
          </a:xfrm>
          <a:prstGeom prst="rect">
            <a:avLst/>
          </a:prstGeom>
        </p:spPr>
      </p:pic>
      <p:pic>
        <p:nvPicPr>
          <p:cNvPr id="30" name="Picture 29" descr="A group of people in front of a person using a computer&#10;&#10;Description automatically generated">
            <a:extLst>
              <a:ext uri="{FF2B5EF4-FFF2-40B4-BE49-F238E27FC236}">
                <a16:creationId xmlns:a16="http://schemas.microsoft.com/office/drawing/2014/main" id="{3F8D13FB-8E02-BB77-F351-E8DDB6DB1AE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06" b="29823"/>
          <a:stretch/>
        </p:blipFill>
        <p:spPr>
          <a:xfrm>
            <a:off x="7312443" y="4496342"/>
            <a:ext cx="2552381" cy="1993146"/>
          </a:xfrm>
          <a:prstGeom prst="rect">
            <a:avLst/>
          </a:prstGeom>
        </p:spPr>
      </p:pic>
      <p:pic>
        <p:nvPicPr>
          <p:cNvPr id="31" name="Picture 30" descr="A group of people in front of a person using a computer&#10;&#10;Description automatically generated">
            <a:extLst>
              <a:ext uri="{FF2B5EF4-FFF2-40B4-BE49-F238E27FC236}">
                <a16:creationId xmlns:a16="http://schemas.microsoft.com/office/drawing/2014/main" id="{D5C06472-3603-4EC7-04A8-D6D2386102D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51"/>
          <a:stretch/>
        </p:blipFill>
        <p:spPr>
          <a:xfrm>
            <a:off x="7312443" y="2764460"/>
            <a:ext cx="2552381" cy="15568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A4149D-D62F-C947-1C14-07C1E734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45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  <p:sndAc>
          <p:stSnd>
            <p:snd r:embed="rId3" name="Swipe Swoosh Transition Sound Effect.wav"/>
          </p:stSnd>
        </p:sndAc>
      </p:transition>
    </mc:Choice>
    <mc:Fallback xmlns="">
      <p:transition>
        <p:fade/>
        <p:sndAc>
          <p:stSnd>
            <p:snd r:embed="rId6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19" grpId="0"/>
      <p:bldP spid="26" grpId="0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26384-A46C-D9D5-D243-B2D2FFC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346" y="10038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Functional Requirements</a:t>
            </a:r>
            <a:endParaRPr lang="en-US" sz="3400" b="1" dirty="0">
              <a:solidFill>
                <a:srgbClr val="5F2F69"/>
              </a:solidFill>
              <a:latin typeface="Product Sans" panose="020B0403030502040203" pitchFamily="34" charset="0"/>
            </a:endParaRPr>
          </a:p>
        </p:txBody>
      </p:sp>
      <p:pic>
        <p:nvPicPr>
          <p:cNvPr id="4" name="Picture 3" descr="A purple and black gradient&#10;&#10;Description automatically generated">
            <a:extLst>
              <a:ext uri="{FF2B5EF4-FFF2-40B4-BE49-F238E27FC236}">
                <a16:creationId xmlns:a16="http://schemas.microsoft.com/office/drawing/2014/main" id="{166E1913-CD8B-07FC-C3DD-0E3CA085EC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5" name="Picture 4" descr="A purple and black gradient&#10;&#10;Description automatically generated">
            <a:extLst>
              <a:ext uri="{FF2B5EF4-FFF2-40B4-BE49-F238E27FC236}">
                <a16:creationId xmlns:a16="http://schemas.microsoft.com/office/drawing/2014/main" id="{9D778327-86B0-1DE0-075B-49837050E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7" name="Google Shape;615;p2">
            <a:extLst>
              <a:ext uri="{FF2B5EF4-FFF2-40B4-BE49-F238E27FC236}">
                <a16:creationId xmlns:a16="http://schemas.microsoft.com/office/drawing/2014/main" id="{098C8EA2-E085-EF58-BABA-666415B4FCB1}"/>
              </a:ext>
            </a:extLst>
          </p:cNvPr>
          <p:cNvSpPr/>
          <p:nvPr/>
        </p:nvSpPr>
        <p:spPr>
          <a:xfrm>
            <a:off x="474464" y="1043939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EF4225-1CF9-09F1-F3E6-BB7B556448FA}"/>
              </a:ext>
            </a:extLst>
          </p:cNvPr>
          <p:cNvSpPr txBox="1"/>
          <p:nvPr/>
        </p:nvSpPr>
        <p:spPr>
          <a:xfrm>
            <a:off x="528071" y="1406745"/>
            <a:ext cx="9700810" cy="4384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174D"/>
              </a:buClr>
              <a:buSzPct val="80000"/>
              <a:buFont typeface="Noto Sans Symbols"/>
              <a:buChar char="❑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Course Creation &amp; Management</a:t>
            </a:r>
          </a:p>
          <a:p>
            <a:pPr marL="800100" lvl="1" indent="-342900">
              <a:lnSpc>
                <a:spcPct val="150000"/>
              </a:lnSpc>
              <a:buClr>
                <a:srgbClr val="3F174D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en-US" sz="2000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Courses are created by Ins. Administrator</a:t>
            </a:r>
          </a:p>
          <a:p>
            <a:pPr marL="800100" lvl="1" indent="-342900">
              <a:lnSpc>
                <a:spcPct val="150000"/>
              </a:lnSpc>
              <a:buClr>
                <a:srgbClr val="3F174D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Content Managed by Teaching Stuff</a:t>
            </a:r>
            <a:endParaRPr kumimoji="0" lang="ar-EG" sz="2000" i="0" u="none" strike="noStrike" kern="0" cap="none" spc="0" normalizeH="0" baseline="0" noProof="0" dirty="0">
              <a:ln>
                <a:noFill/>
              </a:ln>
              <a:solidFill>
                <a:srgbClr val="5F2F69"/>
              </a:solidFill>
              <a:effectLst/>
              <a:uLnTx/>
              <a:uFillTx/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285750" indent="-285750">
              <a:lnSpc>
                <a:spcPct val="150000"/>
              </a:lnSpc>
              <a:buClr>
                <a:srgbClr val="3F174D"/>
              </a:buClr>
              <a:buSzPct val="80000"/>
              <a:buFont typeface="Noto Sans Symbols"/>
              <a:buChar char="❑"/>
              <a:defRPr/>
            </a:pPr>
            <a:r>
              <a:rPr lang="en-US" sz="28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Create Exam just in less than 5 mins</a:t>
            </a:r>
          </a:p>
          <a:p>
            <a:pPr marL="800100" lvl="1" indent="-342900">
              <a:lnSpc>
                <a:spcPct val="150000"/>
              </a:lnSpc>
              <a:buClr>
                <a:srgbClr val="3F174D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en-US" sz="2000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Whether</a:t>
            </a:r>
            <a:r>
              <a:rPr lang="ar-EG" sz="2000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2000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online/offline Exam</a:t>
            </a:r>
          </a:p>
          <a:p>
            <a:pPr marL="800100" lvl="1" indent="-342900">
              <a:lnSpc>
                <a:spcPct val="150000"/>
              </a:lnSpc>
              <a:buClr>
                <a:srgbClr val="3F174D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en-US" sz="2000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Professor Should Create </a:t>
            </a:r>
            <a:r>
              <a:rPr lang="en-US" sz="2000" i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Question Bank</a:t>
            </a:r>
            <a:r>
              <a:rPr lang="en-US" sz="2000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First</a:t>
            </a:r>
          </a:p>
          <a:p>
            <a:pPr marL="285750" indent="-285750">
              <a:lnSpc>
                <a:spcPct val="150000"/>
              </a:lnSpc>
              <a:buClr>
                <a:srgbClr val="3F174D"/>
              </a:buClr>
              <a:buSzPct val="80000"/>
              <a:buFont typeface="Noto Sans Symbols"/>
              <a:buChar char="❑"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rPr>
              <a:t>Reducing Cheating in Online exams</a:t>
            </a:r>
          </a:p>
          <a:p>
            <a:pPr marL="800100" lvl="1" indent="-342900">
              <a:lnSpc>
                <a:spcPct val="150000"/>
              </a:lnSpc>
              <a:buClr>
                <a:srgbClr val="3F174D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en-US" sz="2000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During Online exam there will be some simple techniques to reduce cheating</a:t>
            </a:r>
            <a:endParaRPr kumimoji="0" lang="ar-EG" sz="2000" i="0" u="none" strike="noStrike" kern="0" cap="none" spc="0" normalizeH="0" baseline="0" noProof="0" dirty="0">
              <a:ln>
                <a:noFill/>
              </a:ln>
              <a:solidFill>
                <a:srgbClr val="5F2F69"/>
              </a:solidFill>
              <a:effectLst/>
              <a:uLnTx/>
              <a:uFillTx/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E949AB-8AD0-1AC6-30B5-01974193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797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3" name="Swipe Swoosh Transition Sound Effect.wav"/>
          </p:stSnd>
        </p:sndAc>
      </p:transition>
    </mc:Choice>
    <mc:Fallback xmlns="">
      <p:transition>
        <p:fade/>
        <p:sndAc>
          <p:stSnd>
            <p:snd r:embed="rId5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0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10DB-9167-872A-C1BF-B495057E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200B-34E7-4E7D-7AE7-A52FA534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346" y="10038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Functional Requirements</a:t>
            </a:r>
            <a:endParaRPr lang="en-US" sz="3400" b="1" dirty="0">
              <a:solidFill>
                <a:srgbClr val="5F2F69"/>
              </a:solidFill>
              <a:latin typeface="Product Sans" panose="020B0403030502040203" pitchFamily="34" charset="0"/>
            </a:endParaRPr>
          </a:p>
        </p:txBody>
      </p:sp>
      <p:pic>
        <p:nvPicPr>
          <p:cNvPr id="4" name="Picture 3" descr="A purple and black gradient&#10;&#10;Description automatically generated">
            <a:extLst>
              <a:ext uri="{FF2B5EF4-FFF2-40B4-BE49-F238E27FC236}">
                <a16:creationId xmlns:a16="http://schemas.microsoft.com/office/drawing/2014/main" id="{19C5B497-A699-2ACB-A318-748B65A8E3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5" name="Picture 4" descr="A purple and black gradient&#10;&#10;Description automatically generated">
            <a:extLst>
              <a:ext uri="{FF2B5EF4-FFF2-40B4-BE49-F238E27FC236}">
                <a16:creationId xmlns:a16="http://schemas.microsoft.com/office/drawing/2014/main" id="{329FF4FB-5BDC-68A3-A0DC-25D36C9965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7" name="Google Shape;615;p2">
            <a:extLst>
              <a:ext uri="{FF2B5EF4-FFF2-40B4-BE49-F238E27FC236}">
                <a16:creationId xmlns:a16="http://schemas.microsoft.com/office/drawing/2014/main" id="{8F98870B-31ED-2F38-154D-A69ACCDAE57E}"/>
              </a:ext>
            </a:extLst>
          </p:cNvPr>
          <p:cNvSpPr/>
          <p:nvPr/>
        </p:nvSpPr>
        <p:spPr>
          <a:xfrm>
            <a:off x="474464" y="1043939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EBD043-9E0C-2A56-D795-96CEAE4A0FE0}"/>
              </a:ext>
            </a:extLst>
          </p:cNvPr>
          <p:cNvSpPr txBox="1"/>
          <p:nvPr/>
        </p:nvSpPr>
        <p:spPr>
          <a:xfrm>
            <a:off x="947114" y="1319246"/>
            <a:ext cx="9888279" cy="4372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rgbClr val="3F174D"/>
              </a:buClr>
              <a:buSzPct val="80000"/>
              <a:buFont typeface="Noto Sans Symbols"/>
              <a:buChar char="❑"/>
              <a:defRPr/>
            </a:pPr>
            <a:r>
              <a:rPr lang="en-US" sz="28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Chatbot for navigation</a:t>
            </a:r>
          </a:p>
          <a:p>
            <a:pPr marL="800100" lvl="1" indent="-342900">
              <a:lnSpc>
                <a:spcPct val="150000"/>
              </a:lnSpc>
              <a:buClr>
                <a:srgbClr val="3F174D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en-US" sz="2000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Simple AI Chatbot that replies with pre-trained data</a:t>
            </a:r>
            <a:endParaRPr lang="ar-EG" sz="2000" kern="0" dirty="0">
              <a:solidFill>
                <a:srgbClr val="5F2F6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285750" indent="-285750">
              <a:lnSpc>
                <a:spcPct val="150000"/>
              </a:lnSpc>
              <a:buClr>
                <a:srgbClr val="3F174D"/>
              </a:buClr>
              <a:buSzPct val="80000"/>
              <a:buFont typeface="Noto Sans Symbols"/>
              <a:buChar char="❑"/>
              <a:defRPr/>
            </a:pPr>
            <a:r>
              <a:rPr lang="en-US" sz="28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PDF Summarizer</a:t>
            </a:r>
          </a:p>
          <a:p>
            <a:pPr marL="800100" lvl="1" indent="-342900">
              <a:lnSpc>
                <a:spcPct val="150000"/>
              </a:lnSpc>
              <a:buClr>
                <a:srgbClr val="3F174D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en-US" sz="2000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Help student to have easier learning</a:t>
            </a:r>
          </a:p>
          <a:p>
            <a:pPr marL="285750" indent="-285750">
              <a:lnSpc>
                <a:spcPct val="200000"/>
              </a:lnSpc>
              <a:buClr>
                <a:srgbClr val="3F174D"/>
              </a:buClr>
              <a:buSzPct val="80000"/>
              <a:buFont typeface="Noto Sans Symbols"/>
              <a:buChar char="❑"/>
              <a:defRPr/>
            </a:pPr>
            <a:r>
              <a:rPr lang="en-US" sz="28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Certificates Generation</a:t>
            </a:r>
          </a:p>
          <a:p>
            <a:pPr marL="800100" lvl="1" indent="-342900">
              <a:lnSpc>
                <a:spcPct val="150000"/>
              </a:lnSpc>
              <a:buClr>
                <a:srgbClr val="3F174D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en-US" sz="2000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After Course Completion Certificates will be generated Automatic as motivational</a:t>
            </a:r>
          </a:p>
          <a:p>
            <a:pPr marL="285750" indent="-285750">
              <a:lnSpc>
                <a:spcPct val="200000"/>
              </a:lnSpc>
              <a:buClr>
                <a:srgbClr val="3F174D"/>
              </a:buClr>
              <a:buSzPct val="80000"/>
              <a:buFont typeface="Noto Sans Symbols"/>
              <a:buChar char="❑"/>
              <a:defRPr/>
            </a:pPr>
            <a:r>
              <a:rPr lang="en-US" sz="28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Announce For an Event/News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72D451-F646-7813-3C4A-86C69957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97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3" name="Swipe Swoosh Transition Sound Effect.wav"/>
          </p:stSnd>
        </p:sndAc>
      </p:transition>
    </mc:Choice>
    <mc:Fallback xmlns="">
      <p:transition>
        <p:fade/>
        <p:sndAc>
          <p:stSnd>
            <p:snd r:embed="rId5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D4611-73F6-F2EE-786C-9C8C5525A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3558D-5CBE-8FE2-B758-BADA4BCC8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346" y="10038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Functional Requirements</a:t>
            </a:r>
            <a:endParaRPr lang="en-US" sz="3400" b="1" dirty="0">
              <a:solidFill>
                <a:srgbClr val="5F2F69"/>
              </a:solidFill>
              <a:latin typeface="Product Sans" panose="020B0403030502040203" pitchFamily="34" charset="0"/>
            </a:endParaRPr>
          </a:p>
        </p:txBody>
      </p:sp>
      <p:pic>
        <p:nvPicPr>
          <p:cNvPr id="4" name="Picture 3" descr="A purple and black gradient&#10;&#10;Description automatically generated">
            <a:extLst>
              <a:ext uri="{FF2B5EF4-FFF2-40B4-BE49-F238E27FC236}">
                <a16:creationId xmlns:a16="http://schemas.microsoft.com/office/drawing/2014/main" id="{8D8FB757-28CD-0F04-F29A-1515F0EBAF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5" name="Picture 4" descr="A purple and black gradient&#10;&#10;Description automatically generated">
            <a:extLst>
              <a:ext uri="{FF2B5EF4-FFF2-40B4-BE49-F238E27FC236}">
                <a16:creationId xmlns:a16="http://schemas.microsoft.com/office/drawing/2014/main" id="{1FBD0CDA-8146-BAFA-51AE-622126BC8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7" name="Google Shape;615;p2">
            <a:extLst>
              <a:ext uri="{FF2B5EF4-FFF2-40B4-BE49-F238E27FC236}">
                <a16:creationId xmlns:a16="http://schemas.microsoft.com/office/drawing/2014/main" id="{55B7C84F-AB65-526F-7284-F80875B0D2F4}"/>
              </a:ext>
            </a:extLst>
          </p:cNvPr>
          <p:cNvSpPr/>
          <p:nvPr/>
        </p:nvSpPr>
        <p:spPr>
          <a:xfrm>
            <a:off x="474464" y="1043939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6C5E34-E383-7CC6-F10B-0DD9F84EF875}"/>
              </a:ext>
            </a:extLst>
          </p:cNvPr>
          <p:cNvSpPr txBox="1"/>
          <p:nvPr/>
        </p:nvSpPr>
        <p:spPr>
          <a:xfrm>
            <a:off x="947114" y="1526335"/>
            <a:ext cx="8176211" cy="3636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3F174D"/>
              </a:buClr>
              <a:buSzPct val="80000"/>
              <a:buFont typeface="Noto Sans Symbols"/>
              <a:buChar char="❑"/>
              <a:defRPr/>
            </a:pPr>
            <a:r>
              <a:rPr lang="en-US" sz="2800" b="1" kern="0" dirty="0">
                <a:solidFill>
                  <a:srgbClr val="5F2F69"/>
                </a:solidFill>
                <a:latin typeface="Red Hat Display"/>
                <a:cs typeface="Arial"/>
                <a:sym typeface="Red Hat Display"/>
              </a:rPr>
              <a:t>Smart  Learning Techniques</a:t>
            </a:r>
          </a:p>
          <a:p>
            <a:pPr marL="800100" lvl="1" indent="-342900">
              <a:lnSpc>
                <a:spcPct val="150000"/>
              </a:lnSpc>
              <a:buClr>
                <a:srgbClr val="3F174D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solidFill>
                  <a:srgbClr val="5F2F69"/>
                </a:solidFill>
                <a:latin typeface="Red Hat Display"/>
                <a:cs typeface="Arial"/>
                <a:sym typeface="Red Hat Display"/>
              </a:rPr>
              <a:t>Techniques will help students to enhance their grades </a:t>
            </a:r>
          </a:p>
          <a:p>
            <a:pPr marL="285750" indent="-285750">
              <a:lnSpc>
                <a:spcPct val="150000"/>
              </a:lnSpc>
              <a:buClr>
                <a:srgbClr val="3F174D"/>
              </a:buClr>
              <a:buSzPct val="80000"/>
              <a:buFont typeface="Noto Sans Symbols"/>
              <a:buChar char="❑"/>
              <a:defRPr/>
            </a:pPr>
            <a:r>
              <a:rPr lang="en-US" sz="28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Discussions Forum</a:t>
            </a:r>
          </a:p>
          <a:p>
            <a:pPr marL="800100" lvl="1" indent="-342900">
              <a:lnSpc>
                <a:spcPct val="150000"/>
              </a:lnSpc>
              <a:buClr>
                <a:srgbClr val="3F174D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 order to create interactive learning </a:t>
            </a:r>
            <a:r>
              <a:rPr lang="en-US" sz="2400" kern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enviroment</a:t>
            </a:r>
            <a:endParaRPr lang="en-US" sz="2400" kern="0" dirty="0">
              <a:solidFill>
                <a:srgbClr val="5F2F69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285750" indent="-285750">
              <a:lnSpc>
                <a:spcPct val="150000"/>
              </a:lnSpc>
              <a:buClr>
                <a:srgbClr val="3F174D"/>
              </a:buClr>
              <a:buSzPct val="80000"/>
              <a:buFont typeface="Noto Sans Symbols"/>
              <a:buChar char="❑"/>
              <a:defRPr/>
            </a:pPr>
            <a:r>
              <a:rPr lang="en-US" sz="28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Compressing Videos</a:t>
            </a:r>
          </a:p>
          <a:p>
            <a:pPr marL="800100" lvl="1" indent="-342900">
              <a:lnSpc>
                <a:spcPct val="150000"/>
              </a:lnSpc>
              <a:buClr>
                <a:srgbClr val="3F174D"/>
              </a:buClr>
              <a:buSzPct val="80000"/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Compressing video size will save more storage and cost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BA30D1-C707-0487-BEDA-DBE3F77A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45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  <p:sndAc>
          <p:stSnd>
            <p:snd r:embed="rId3" name="Swipe Swoosh Transition Sound Effect.wav"/>
          </p:stSnd>
        </p:sndAc>
      </p:transition>
    </mc:Choice>
    <mc:Fallback>
      <p:transition>
        <p:fade/>
        <p:sndAc>
          <p:stSnd>
            <p:snd r:embed="rId3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174FA-3943-3F67-B9B0-EB890867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4403D-3DD9-2F50-CB02-28FD89899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346" y="10038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SYSTEM ARCH.</a:t>
            </a:r>
            <a:endParaRPr lang="en-US" sz="3400" b="1" dirty="0">
              <a:solidFill>
                <a:srgbClr val="5F2F69"/>
              </a:solidFill>
              <a:latin typeface="Product Sans" panose="020B0403030502040203" pitchFamily="34" charset="0"/>
            </a:endParaRPr>
          </a:p>
        </p:txBody>
      </p:sp>
      <p:pic>
        <p:nvPicPr>
          <p:cNvPr id="4" name="Picture 3" descr="A purple and black gradient&#10;&#10;Description automatically generated">
            <a:extLst>
              <a:ext uri="{FF2B5EF4-FFF2-40B4-BE49-F238E27FC236}">
                <a16:creationId xmlns:a16="http://schemas.microsoft.com/office/drawing/2014/main" id="{88DA0C23-54AF-A485-08E6-72B71DEA7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5" name="Picture 4" descr="A purple and black gradient&#10;&#10;Description automatically generated">
            <a:extLst>
              <a:ext uri="{FF2B5EF4-FFF2-40B4-BE49-F238E27FC236}">
                <a16:creationId xmlns:a16="http://schemas.microsoft.com/office/drawing/2014/main" id="{15E41176-7F94-76C9-D4E8-9320BDB84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7" name="Google Shape;615;p2">
            <a:extLst>
              <a:ext uri="{FF2B5EF4-FFF2-40B4-BE49-F238E27FC236}">
                <a16:creationId xmlns:a16="http://schemas.microsoft.com/office/drawing/2014/main" id="{CE239C18-6CCA-6E38-03D1-3EEADD78A522}"/>
              </a:ext>
            </a:extLst>
          </p:cNvPr>
          <p:cNvSpPr/>
          <p:nvPr/>
        </p:nvSpPr>
        <p:spPr>
          <a:xfrm>
            <a:off x="474464" y="1043939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FD5DF2-A686-509A-9C3A-D9AC9670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964153-0F07-369E-4B8A-BD1AA5C4800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5"/>
          <a:stretch/>
        </p:blipFill>
        <p:spPr>
          <a:xfrm>
            <a:off x="1088076" y="1309365"/>
            <a:ext cx="9451679" cy="460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38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3" name="Swipe Swoosh Transition Sound Effect.wav"/>
          </p:stSnd>
        </p:sndAc>
      </p:transition>
    </mc:Choice>
    <mc:Fallback xmlns="">
      <p:transition>
        <p:fade/>
        <p:sndAc>
          <p:stSnd>
            <p:snd r:embed="rId6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26384-A46C-D9D5-D243-B2D2FFC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29" y="1637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TECHNOLOGIES &amp; TOOLS</a:t>
            </a:r>
            <a:endParaRPr lang="en-US" sz="3400" b="1" dirty="0">
              <a:solidFill>
                <a:srgbClr val="5F2F69"/>
              </a:solidFill>
              <a:latin typeface="Product Sans" panose="020B0403030502040203" pitchFamily="34" charset="0"/>
            </a:endParaRPr>
          </a:p>
        </p:txBody>
      </p:sp>
      <p:pic>
        <p:nvPicPr>
          <p:cNvPr id="4" name="Picture 3" descr="A purple and black gradient&#10;&#10;Description automatically generated">
            <a:extLst>
              <a:ext uri="{FF2B5EF4-FFF2-40B4-BE49-F238E27FC236}">
                <a16:creationId xmlns:a16="http://schemas.microsoft.com/office/drawing/2014/main" id="{166E1913-CD8B-07FC-C3DD-0E3CA085EC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5" name="Picture 4" descr="A purple and black gradient&#10;&#10;Description automatically generated">
            <a:extLst>
              <a:ext uri="{FF2B5EF4-FFF2-40B4-BE49-F238E27FC236}">
                <a16:creationId xmlns:a16="http://schemas.microsoft.com/office/drawing/2014/main" id="{9D778327-86B0-1DE0-075B-49837050E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7" name="Google Shape;615;p2">
            <a:extLst>
              <a:ext uri="{FF2B5EF4-FFF2-40B4-BE49-F238E27FC236}">
                <a16:creationId xmlns:a16="http://schemas.microsoft.com/office/drawing/2014/main" id="{098C8EA2-E085-EF58-BABA-666415B4FCB1}"/>
              </a:ext>
            </a:extLst>
          </p:cNvPr>
          <p:cNvSpPr/>
          <p:nvPr/>
        </p:nvSpPr>
        <p:spPr>
          <a:xfrm>
            <a:off x="603361" y="1067070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A9D352D-7C68-B00E-13F0-F6173FD9204C}"/>
              </a:ext>
            </a:extLst>
          </p:cNvPr>
          <p:cNvGrpSpPr/>
          <p:nvPr/>
        </p:nvGrpSpPr>
        <p:grpSpPr>
          <a:xfrm>
            <a:off x="1199066" y="1747560"/>
            <a:ext cx="2780912" cy="856007"/>
            <a:chOff x="1199066" y="1747560"/>
            <a:chExt cx="2780912" cy="856007"/>
          </a:xfrm>
        </p:grpSpPr>
        <p:sp>
          <p:nvSpPr>
            <p:cNvPr id="9" name="Google Shape;3465;p16">
              <a:extLst>
                <a:ext uri="{FF2B5EF4-FFF2-40B4-BE49-F238E27FC236}">
                  <a16:creationId xmlns:a16="http://schemas.microsoft.com/office/drawing/2014/main" id="{69A6FA20-5DA8-239A-0BFC-86FBFEAEB25E}"/>
                </a:ext>
              </a:extLst>
            </p:cNvPr>
            <p:cNvSpPr txBox="1">
              <a:spLocks/>
            </p:cNvSpPr>
            <p:nvPr/>
          </p:nvSpPr>
          <p:spPr>
            <a:xfrm>
              <a:off x="2078130" y="1747560"/>
              <a:ext cx="1901848" cy="8560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8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600"/>
                <a:buFont typeface="Fira Sans Condensed Medium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3F174D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FRONTEND :</a:t>
              </a: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E42524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 </a:t>
              </a: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5F2F69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Vanilla JS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50460C2-C2C8-5080-1C14-CDD37DD93D90}"/>
                </a:ext>
              </a:extLst>
            </p:cNvPr>
            <p:cNvGrpSpPr/>
            <p:nvPr/>
          </p:nvGrpSpPr>
          <p:grpSpPr>
            <a:xfrm>
              <a:off x="1199066" y="1849666"/>
              <a:ext cx="753900" cy="753900"/>
              <a:chOff x="1199066" y="1849666"/>
              <a:chExt cx="753900" cy="753900"/>
            </a:xfrm>
          </p:grpSpPr>
          <p:sp>
            <p:nvSpPr>
              <p:cNvPr id="44" name="Google Shape;3371;p15">
                <a:extLst>
                  <a:ext uri="{FF2B5EF4-FFF2-40B4-BE49-F238E27FC236}">
                    <a16:creationId xmlns:a16="http://schemas.microsoft.com/office/drawing/2014/main" id="{9907A70B-CE7B-E029-EC0E-EDE18AC99DC5}"/>
                  </a:ext>
                </a:extLst>
              </p:cNvPr>
              <p:cNvSpPr/>
              <p:nvPr/>
            </p:nvSpPr>
            <p:spPr>
              <a:xfrm>
                <a:off x="1199066" y="1849666"/>
                <a:ext cx="753900" cy="753900"/>
              </a:xfrm>
              <a:prstGeom prst="rect">
                <a:avLst/>
              </a:prstGeom>
              <a:solidFill>
                <a:srgbClr val="5F2F69">
                  <a:alpha val="51764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3467;p16">
                <a:extLst>
                  <a:ext uri="{FF2B5EF4-FFF2-40B4-BE49-F238E27FC236}">
                    <a16:creationId xmlns:a16="http://schemas.microsoft.com/office/drawing/2014/main" id="{B5E1C9DB-05E8-7FCB-9CA0-0573F3E7B2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0297" y="1938716"/>
                <a:ext cx="722669" cy="5429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800" b="1" i="0" u="none" strike="noStrike" cap="none">
                    <a:solidFill>
                      <a:schemeClr val="dk1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949"/>
                  </a:buClr>
                  <a:buSzPts val="1600"/>
                  <a:buFont typeface="Fira Sans Condensed Medium"/>
                  <a:buNone/>
                  <a:tabLst/>
                  <a:defRPr/>
                </a:pPr>
                <a:r>
                  <a:rPr kumimoji="0" lang="en-US" sz="3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Red Hat Display"/>
                    <a:ea typeface="Red Hat Display"/>
                    <a:cs typeface="Red Hat Display"/>
                    <a:sym typeface="Red Hat Display"/>
                  </a:rPr>
                  <a:t>01</a:t>
                </a:r>
              </a:p>
            </p:txBody>
          </p:sp>
        </p:grpSp>
      </p:grpSp>
      <p:sp>
        <p:nvSpPr>
          <p:cNvPr id="12" name="Google Shape;3468;p16">
            <a:extLst>
              <a:ext uri="{FF2B5EF4-FFF2-40B4-BE49-F238E27FC236}">
                <a16:creationId xmlns:a16="http://schemas.microsoft.com/office/drawing/2014/main" id="{E210CF8F-12E0-EEAE-8C09-15AEE61A1CEC}"/>
              </a:ext>
            </a:extLst>
          </p:cNvPr>
          <p:cNvSpPr/>
          <p:nvPr/>
        </p:nvSpPr>
        <p:spPr>
          <a:xfrm>
            <a:off x="2088500" y="5514815"/>
            <a:ext cx="80101" cy="46246"/>
          </a:xfrm>
          <a:custGeom>
            <a:avLst/>
            <a:gdLst/>
            <a:ahLst/>
            <a:cxnLst/>
            <a:rect l="l" t="t" r="r" b="b"/>
            <a:pathLst>
              <a:path w="4758" h="2747" extrusionOk="0">
                <a:moveTo>
                  <a:pt x="1066" y="0"/>
                </a:moveTo>
                <a:lnTo>
                  <a:pt x="0" y="541"/>
                </a:lnTo>
                <a:lnTo>
                  <a:pt x="3782" y="2747"/>
                </a:lnTo>
                <a:lnTo>
                  <a:pt x="4758" y="2177"/>
                </a:lnTo>
                <a:lnTo>
                  <a:pt x="106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3469;p16">
            <a:extLst>
              <a:ext uri="{FF2B5EF4-FFF2-40B4-BE49-F238E27FC236}">
                <a16:creationId xmlns:a16="http://schemas.microsoft.com/office/drawing/2014/main" id="{BF833DDD-FEC6-D985-8E0D-29CEB79526FF}"/>
              </a:ext>
            </a:extLst>
          </p:cNvPr>
          <p:cNvSpPr/>
          <p:nvPr/>
        </p:nvSpPr>
        <p:spPr>
          <a:xfrm>
            <a:off x="2078130" y="5535538"/>
            <a:ext cx="68249" cy="38923"/>
          </a:xfrm>
          <a:custGeom>
            <a:avLst/>
            <a:gdLst/>
            <a:ahLst/>
            <a:cxnLst/>
            <a:rect l="l" t="t" r="r" b="b"/>
            <a:pathLst>
              <a:path w="4054" h="2312" extrusionOk="0">
                <a:moveTo>
                  <a:pt x="1096" y="0"/>
                </a:moveTo>
                <a:lnTo>
                  <a:pt x="1" y="555"/>
                </a:lnTo>
                <a:lnTo>
                  <a:pt x="3017" y="2311"/>
                </a:lnTo>
                <a:lnTo>
                  <a:pt x="4053" y="1711"/>
                </a:lnTo>
                <a:lnTo>
                  <a:pt x="109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3470;p16">
            <a:extLst>
              <a:ext uri="{FF2B5EF4-FFF2-40B4-BE49-F238E27FC236}">
                <a16:creationId xmlns:a16="http://schemas.microsoft.com/office/drawing/2014/main" id="{2E1BB323-F7D1-154F-7FC1-18C3C9A33CC5}"/>
              </a:ext>
            </a:extLst>
          </p:cNvPr>
          <p:cNvSpPr/>
          <p:nvPr/>
        </p:nvSpPr>
        <p:spPr>
          <a:xfrm>
            <a:off x="2067019" y="5556498"/>
            <a:ext cx="55859" cy="31852"/>
          </a:xfrm>
          <a:custGeom>
            <a:avLst/>
            <a:gdLst/>
            <a:ahLst/>
            <a:cxnLst/>
            <a:rect l="l" t="t" r="r" b="b"/>
            <a:pathLst>
              <a:path w="3318" h="1892" extrusionOk="0">
                <a:moveTo>
                  <a:pt x="1111" y="1"/>
                </a:moveTo>
                <a:lnTo>
                  <a:pt x="0" y="601"/>
                </a:lnTo>
                <a:lnTo>
                  <a:pt x="2237" y="1892"/>
                </a:lnTo>
                <a:lnTo>
                  <a:pt x="3317" y="1276"/>
                </a:lnTo>
                <a:lnTo>
                  <a:pt x="11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3471;p16">
            <a:extLst>
              <a:ext uri="{FF2B5EF4-FFF2-40B4-BE49-F238E27FC236}">
                <a16:creationId xmlns:a16="http://schemas.microsoft.com/office/drawing/2014/main" id="{D326D93D-4AA6-9F59-D382-EDEA24CD7A8F}"/>
              </a:ext>
            </a:extLst>
          </p:cNvPr>
          <p:cNvSpPr/>
          <p:nvPr/>
        </p:nvSpPr>
        <p:spPr>
          <a:xfrm>
            <a:off x="2056901" y="5579495"/>
            <a:ext cx="41465" cy="23518"/>
          </a:xfrm>
          <a:custGeom>
            <a:avLst/>
            <a:gdLst/>
            <a:ahLst/>
            <a:cxnLst/>
            <a:rect l="l" t="t" r="r" b="b"/>
            <a:pathLst>
              <a:path w="2463" h="1397" extrusionOk="0">
                <a:moveTo>
                  <a:pt x="1157" y="1"/>
                </a:moveTo>
                <a:lnTo>
                  <a:pt x="1" y="646"/>
                </a:lnTo>
                <a:lnTo>
                  <a:pt x="1322" y="1396"/>
                </a:lnTo>
                <a:lnTo>
                  <a:pt x="2462" y="751"/>
                </a:lnTo>
                <a:lnTo>
                  <a:pt x="115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3472;p16">
            <a:extLst>
              <a:ext uri="{FF2B5EF4-FFF2-40B4-BE49-F238E27FC236}">
                <a16:creationId xmlns:a16="http://schemas.microsoft.com/office/drawing/2014/main" id="{0DCE55AF-177D-C7E8-A724-E87FB41F9024}"/>
              </a:ext>
            </a:extLst>
          </p:cNvPr>
          <p:cNvSpPr/>
          <p:nvPr/>
        </p:nvSpPr>
        <p:spPr>
          <a:xfrm>
            <a:off x="2192844" y="5493148"/>
            <a:ext cx="43232" cy="28350"/>
          </a:xfrm>
          <a:custGeom>
            <a:avLst/>
            <a:gdLst/>
            <a:ahLst/>
            <a:cxnLst/>
            <a:rect l="l" t="t" r="r" b="b"/>
            <a:pathLst>
              <a:path w="2568" h="1684" extrusionOk="0">
                <a:moveTo>
                  <a:pt x="854" y="188"/>
                </a:moveTo>
                <a:cubicBezTo>
                  <a:pt x="1048" y="188"/>
                  <a:pt x="1281" y="302"/>
                  <a:pt x="1622" y="582"/>
                </a:cubicBezTo>
                <a:cubicBezTo>
                  <a:pt x="2132" y="1002"/>
                  <a:pt x="2192" y="1227"/>
                  <a:pt x="1907" y="1377"/>
                </a:cubicBezTo>
                <a:cubicBezTo>
                  <a:pt x="1821" y="1430"/>
                  <a:pt x="1730" y="1458"/>
                  <a:pt x="1631" y="1458"/>
                </a:cubicBezTo>
                <a:cubicBezTo>
                  <a:pt x="1418" y="1458"/>
                  <a:pt x="1164" y="1329"/>
                  <a:pt x="826" y="1032"/>
                </a:cubicBezTo>
                <a:cubicBezTo>
                  <a:pt x="361" y="627"/>
                  <a:pt x="331" y="417"/>
                  <a:pt x="586" y="267"/>
                </a:cubicBezTo>
                <a:cubicBezTo>
                  <a:pt x="671" y="217"/>
                  <a:pt x="758" y="188"/>
                  <a:pt x="854" y="188"/>
                </a:cubicBezTo>
                <a:close/>
                <a:moveTo>
                  <a:pt x="965" y="1"/>
                </a:moveTo>
                <a:cubicBezTo>
                  <a:pt x="782" y="1"/>
                  <a:pt x="607" y="50"/>
                  <a:pt x="436" y="147"/>
                </a:cubicBezTo>
                <a:cubicBezTo>
                  <a:pt x="1" y="417"/>
                  <a:pt x="1" y="747"/>
                  <a:pt x="526" y="1212"/>
                </a:cubicBezTo>
                <a:cubicBezTo>
                  <a:pt x="869" y="1527"/>
                  <a:pt x="1206" y="1684"/>
                  <a:pt x="1529" y="1684"/>
                </a:cubicBezTo>
                <a:cubicBezTo>
                  <a:pt x="1715" y="1684"/>
                  <a:pt x="1896" y="1632"/>
                  <a:pt x="2072" y="1527"/>
                </a:cubicBezTo>
                <a:cubicBezTo>
                  <a:pt x="2567" y="1242"/>
                  <a:pt x="2522" y="867"/>
                  <a:pt x="1937" y="402"/>
                </a:cubicBezTo>
                <a:cubicBezTo>
                  <a:pt x="1583" y="132"/>
                  <a:pt x="1264" y="1"/>
                  <a:pt x="96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473;p16">
            <a:extLst>
              <a:ext uri="{FF2B5EF4-FFF2-40B4-BE49-F238E27FC236}">
                <a16:creationId xmlns:a16="http://schemas.microsoft.com/office/drawing/2014/main" id="{8B2AC594-8D15-84BA-6800-E81B1B84D6BB}"/>
              </a:ext>
            </a:extLst>
          </p:cNvPr>
          <p:cNvSpPr/>
          <p:nvPr/>
        </p:nvSpPr>
        <p:spPr>
          <a:xfrm>
            <a:off x="2220891" y="5475875"/>
            <a:ext cx="47525" cy="28569"/>
          </a:xfrm>
          <a:custGeom>
            <a:avLst/>
            <a:gdLst/>
            <a:ahLst/>
            <a:cxnLst/>
            <a:rect l="l" t="t" r="r" b="b"/>
            <a:pathLst>
              <a:path w="2823" h="1697" extrusionOk="0">
                <a:moveTo>
                  <a:pt x="939" y="186"/>
                </a:moveTo>
                <a:cubicBezTo>
                  <a:pt x="1047" y="186"/>
                  <a:pt x="1156" y="220"/>
                  <a:pt x="1246" y="287"/>
                </a:cubicBezTo>
                <a:cubicBezTo>
                  <a:pt x="1396" y="392"/>
                  <a:pt x="1411" y="497"/>
                  <a:pt x="1306" y="677"/>
                </a:cubicBezTo>
                <a:lnTo>
                  <a:pt x="1216" y="707"/>
                </a:lnTo>
                <a:cubicBezTo>
                  <a:pt x="1059" y="752"/>
                  <a:pt x="935" y="779"/>
                  <a:pt x="830" y="779"/>
                </a:cubicBezTo>
                <a:cubicBezTo>
                  <a:pt x="725" y="779"/>
                  <a:pt x="638" y="752"/>
                  <a:pt x="556" y="692"/>
                </a:cubicBezTo>
                <a:cubicBezTo>
                  <a:pt x="361" y="557"/>
                  <a:pt x="421" y="422"/>
                  <a:pt x="631" y="287"/>
                </a:cubicBezTo>
                <a:cubicBezTo>
                  <a:pt x="721" y="220"/>
                  <a:pt x="830" y="186"/>
                  <a:pt x="939" y="186"/>
                </a:cubicBezTo>
                <a:close/>
                <a:moveTo>
                  <a:pt x="1862" y="749"/>
                </a:moveTo>
                <a:cubicBezTo>
                  <a:pt x="1993" y="749"/>
                  <a:pt x="2094" y="782"/>
                  <a:pt x="2192" y="857"/>
                </a:cubicBezTo>
                <a:lnTo>
                  <a:pt x="2192" y="873"/>
                </a:lnTo>
                <a:cubicBezTo>
                  <a:pt x="2432" y="1023"/>
                  <a:pt x="2372" y="1203"/>
                  <a:pt x="2087" y="1368"/>
                </a:cubicBezTo>
                <a:cubicBezTo>
                  <a:pt x="1974" y="1443"/>
                  <a:pt x="1839" y="1480"/>
                  <a:pt x="1704" y="1480"/>
                </a:cubicBezTo>
                <a:cubicBezTo>
                  <a:pt x="1569" y="1480"/>
                  <a:pt x="1434" y="1443"/>
                  <a:pt x="1321" y="1368"/>
                </a:cubicBezTo>
                <a:cubicBezTo>
                  <a:pt x="1126" y="1263"/>
                  <a:pt x="1096" y="1008"/>
                  <a:pt x="1246" y="873"/>
                </a:cubicBezTo>
                <a:lnTo>
                  <a:pt x="1351" y="842"/>
                </a:lnTo>
                <a:cubicBezTo>
                  <a:pt x="1569" y="782"/>
                  <a:pt x="1730" y="749"/>
                  <a:pt x="1862" y="749"/>
                </a:cubicBezTo>
                <a:close/>
                <a:moveTo>
                  <a:pt x="1125" y="1"/>
                </a:moveTo>
                <a:cubicBezTo>
                  <a:pt x="911" y="1"/>
                  <a:pt x="682" y="76"/>
                  <a:pt x="496" y="182"/>
                </a:cubicBezTo>
                <a:cubicBezTo>
                  <a:pt x="166" y="362"/>
                  <a:pt x="1" y="632"/>
                  <a:pt x="271" y="842"/>
                </a:cubicBezTo>
                <a:cubicBezTo>
                  <a:pt x="387" y="929"/>
                  <a:pt x="515" y="973"/>
                  <a:pt x="687" y="973"/>
                </a:cubicBezTo>
                <a:cubicBezTo>
                  <a:pt x="783" y="973"/>
                  <a:pt x="893" y="959"/>
                  <a:pt x="1021" y="933"/>
                </a:cubicBezTo>
                <a:lnTo>
                  <a:pt x="1021" y="933"/>
                </a:lnTo>
                <a:cubicBezTo>
                  <a:pt x="811" y="1158"/>
                  <a:pt x="796" y="1368"/>
                  <a:pt x="1021" y="1533"/>
                </a:cubicBezTo>
                <a:cubicBezTo>
                  <a:pt x="1157" y="1640"/>
                  <a:pt x="1341" y="1696"/>
                  <a:pt x="1547" y="1696"/>
                </a:cubicBezTo>
                <a:cubicBezTo>
                  <a:pt x="1772" y="1696"/>
                  <a:pt x="2024" y="1629"/>
                  <a:pt x="2267" y="1488"/>
                </a:cubicBezTo>
                <a:cubicBezTo>
                  <a:pt x="2732" y="1218"/>
                  <a:pt x="2822" y="903"/>
                  <a:pt x="2507" y="677"/>
                </a:cubicBezTo>
                <a:cubicBezTo>
                  <a:pt x="2369" y="591"/>
                  <a:pt x="2212" y="550"/>
                  <a:pt x="2020" y="550"/>
                </a:cubicBezTo>
                <a:cubicBezTo>
                  <a:pt x="1878" y="550"/>
                  <a:pt x="1717" y="573"/>
                  <a:pt x="1531" y="617"/>
                </a:cubicBezTo>
                <a:cubicBezTo>
                  <a:pt x="1712" y="392"/>
                  <a:pt x="1712" y="242"/>
                  <a:pt x="1531" y="122"/>
                </a:cubicBezTo>
                <a:cubicBezTo>
                  <a:pt x="1415" y="36"/>
                  <a:pt x="1274" y="1"/>
                  <a:pt x="112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474;p16">
            <a:extLst>
              <a:ext uri="{FF2B5EF4-FFF2-40B4-BE49-F238E27FC236}">
                <a16:creationId xmlns:a16="http://schemas.microsoft.com/office/drawing/2014/main" id="{A4E44AE1-306B-B443-FF20-83C246BFCF58}"/>
              </a:ext>
            </a:extLst>
          </p:cNvPr>
          <p:cNvSpPr/>
          <p:nvPr/>
        </p:nvSpPr>
        <p:spPr>
          <a:xfrm>
            <a:off x="2255503" y="5471734"/>
            <a:ext cx="28316" cy="17542"/>
          </a:xfrm>
          <a:custGeom>
            <a:avLst/>
            <a:gdLst/>
            <a:ahLst/>
            <a:cxnLst/>
            <a:rect l="l" t="t" r="r" b="b"/>
            <a:pathLst>
              <a:path w="1682" h="1042" extrusionOk="0">
                <a:moveTo>
                  <a:pt x="364" y="1"/>
                </a:moveTo>
                <a:cubicBezTo>
                  <a:pt x="286" y="1"/>
                  <a:pt x="206" y="24"/>
                  <a:pt x="136" y="68"/>
                </a:cubicBezTo>
                <a:cubicBezTo>
                  <a:pt x="1" y="143"/>
                  <a:pt x="1" y="248"/>
                  <a:pt x="76" y="293"/>
                </a:cubicBezTo>
                <a:cubicBezTo>
                  <a:pt x="137" y="327"/>
                  <a:pt x="198" y="342"/>
                  <a:pt x="257" y="342"/>
                </a:cubicBezTo>
                <a:cubicBezTo>
                  <a:pt x="330" y="342"/>
                  <a:pt x="400" y="319"/>
                  <a:pt x="466" y="278"/>
                </a:cubicBezTo>
                <a:cubicBezTo>
                  <a:pt x="601" y="203"/>
                  <a:pt x="616" y="98"/>
                  <a:pt x="526" y="38"/>
                </a:cubicBezTo>
                <a:cubicBezTo>
                  <a:pt x="476" y="13"/>
                  <a:pt x="421" y="1"/>
                  <a:pt x="364" y="1"/>
                </a:cubicBezTo>
                <a:close/>
                <a:moveTo>
                  <a:pt x="1382" y="687"/>
                </a:moveTo>
                <a:cubicBezTo>
                  <a:pt x="1310" y="687"/>
                  <a:pt x="1239" y="706"/>
                  <a:pt x="1171" y="743"/>
                </a:cubicBezTo>
                <a:cubicBezTo>
                  <a:pt x="1036" y="818"/>
                  <a:pt x="1021" y="923"/>
                  <a:pt x="1126" y="998"/>
                </a:cubicBezTo>
                <a:cubicBezTo>
                  <a:pt x="1183" y="1027"/>
                  <a:pt x="1250" y="1042"/>
                  <a:pt x="1317" y="1042"/>
                </a:cubicBezTo>
                <a:cubicBezTo>
                  <a:pt x="1392" y="1042"/>
                  <a:pt x="1468" y="1023"/>
                  <a:pt x="1532" y="983"/>
                </a:cubicBezTo>
                <a:cubicBezTo>
                  <a:pt x="1682" y="893"/>
                  <a:pt x="1682" y="788"/>
                  <a:pt x="1592" y="728"/>
                </a:cubicBezTo>
                <a:lnTo>
                  <a:pt x="1592" y="728"/>
                </a:lnTo>
                <a:lnTo>
                  <a:pt x="1592" y="743"/>
                </a:lnTo>
                <a:cubicBezTo>
                  <a:pt x="1524" y="706"/>
                  <a:pt x="1453" y="687"/>
                  <a:pt x="1382" y="68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475;p16">
            <a:extLst>
              <a:ext uri="{FF2B5EF4-FFF2-40B4-BE49-F238E27FC236}">
                <a16:creationId xmlns:a16="http://schemas.microsoft.com/office/drawing/2014/main" id="{50537CC4-6A22-6F13-7921-67614DFE61E9}"/>
              </a:ext>
            </a:extLst>
          </p:cNvPr>
          <p:cNvSpPr/>
          <p:nvPr/>
        </p:nvSpPr>
        <p:spPr>
          <a:xfrm>
            <a:off x="2260554" y="5453855"/>
            <a:ext cx="48030" cy="27205"/>
          </a:xfrm>
          <a:custGeom>
            <a:avLst/>
            <a:gdLst/>
            <a:ahLst/>
            <a:cxnLst/>
            <a:rect l="l" t="t" r="r" b="b"/>
            <a:pathLst>
              <a:path w="2853" h="1616" extrusionOk="0">
                <a:moveTo>
                  <a:pt x="1023" y="1"/>
                </a:moveTo>
                <a:cubicBezTo>
                  <a:pt x="805" y="1"/>
                  <a:pt x="590" y="62"/>
                  <a:pt x="406" y="184"/>
                </a:cubicBezTo>
                <a:cubicBezTo>
                  <a:pt x="211" y="274"/>
                  <a:pt x="61" y="455"/>
                  <a:pt x="1" y="665"/>
                </a:cubicBezTo>
                <a:lnTo>
                  <a:pt x="286" y="635"/>
                </a:lnTo>
                <a:cubicBezTo>
                  <a:pt x="316" y="485"/>
                  <a:pt x="406" y="364"/>
                  <a:pt x="556" y="304"/>
                </a:cubicBezTo>
                <a:cubicBezTo>
                  <a:pt x="662" y="231"/>
                  <a:pt x="786" y="193"/>
                  <a:pt x="911" y="193"/>
                </a:cubicBezTo>
                <a:cubicBezTo>
                  <a:pt x="1016" y="193"/>
                  <a:pt x="1121" y="220"/>
                  <a:pt x="1217" y="274"/>
                </a:cubicBezTo>
                <a:cubicBezTo>
                  <a:pt x="1457" y="409"/>
                  <a:pt x="1382" y="590"/>
                  <a:pt x="1142" y="725"/>
                </a:cubicBezTo>
                <a:lnTo>
                  <a:pt x="1052" y="785"/>
                </a:lnTo>
                <a:lnTo>
                  <a:pt x="1187" y="905"/>
                </a:lnTo>
                <a:lnTo>
                  <a:pt x="1337" y="815"/>
                </a:lnTo>
                <a:cubicBezTo>
                  <a:pt x="1476" y="716"/>
                  <a:pt x="1633" y="667"/>
                  <a:pt x="1791" y="667"/>
                </a:cubicBezTo>
                <a:cubicBezTo>
                  <a:pt x="1922" y="667"/>
                  <a:pt x="2054" y="701"/>
                  <a:pt x="2177" y="770"/>
                </a:cubicBezTo>
                <a:cubicBezTo>
                  <a:pt x="2447" y="935"/>
                  <a:pt x="2432" y="1115"/>
                  <a:pt x="2162" y="1280"/>
                </a:cubicBezTo>
                <a:cubicBezTo>
                  <a:pt x="1974" y="1374"/>
                  <a:pt x="1773" y="1432"/>
                  <a:pt x="1560" y="1432"/>
                </a:cubicBezTo>
                <a:cubicBezTo>
                  <a:pt x="1536" y="1432"/>
                  <a:pt x="1511" y="1432"/>
                  <a:pt x="1487" y="1430"/>
                </a:cubicBezTo>
                <a:lnTo>
                  <a:pt x="1412" y="1610"/>
                </a:lnTo>
                <a:cubicBezTo>
                  <a:pt x="1456" y="1614"/>
                  <a:pt x="1501" y="1616"/>
                  <a:pt x="1545" y="1616"/>
                </a:cubicBezTo>
                <a:cubicBezTo>
                  <a:pt x="1842" y="1616"/>
                  <a:pt x="2124" y="1531"/>
                  <a:pt x="2372" y="1400"/>
                </a:cubicBezTo>
                <a:cubicBezTo>
                  <a:pt x="2838" y="1130"/>
                  <a:pt x="2853" y="800"/>
                  <a:pt x="2492" y="590"/>
                </a:cubicBezTo>
                <a:cubicBezTo>
                  <a:pt x="2342" y="518"/>
                  <a:pt x="2174" y="481"/>
                  <a:pt x="2006" y="481"/>
                </a:cubicBezTo>
                <a:cubicBezTo>
                  <a:pt x="1822" y="481"/>
                  <a:pt x="1637" y="525"/>
                  <a:pt x="1472" y="620"/>
                </a:cubicBezTo>
                <a:cubicBezTo>
                  <a:pt x="1697" y="425"/>
                  <a:pt x="1742" y="244"/>
                  <a:pt x="1487" y="94"/>
                </a:cubicBezTo>
                <a:cubicBezTo>
                  <a:pt x="1337" y="32"/>
                  <a:pt x="1179" y="1"/>
                  <a:pt x="102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476;p16">
            <a:extLst>
              <a:ext uri="{FF2B5EF4-FFF2-40B4-BE49-F238E27FC236}">
                <a16:creationId xmlns:a16="http://schemas.microsoft.com/office/drawing/2014/main" id="{1B7A22FA-7420-889B-9278-58263E12FB02}"/>
              </a:ext>
            </a:extLst>
          </p:cNvPr>
          <p:cNvSpPr/>
          <p:nvPr/>
        </p:nvSpPr>
        <p:spPr>
          <a:xfrm>
            <a:off x="2288854" y="5437003"/>
            <a:ext cx="52576" cy="24916"/>
          </a:xfrm>
          <a:custGeom>
            <a:avLst/>
            <a:gdLst/>
            <a:ahLst/>
            <a:cxnLst/>
            <a:rect l="l" t="t" r="r" b="b"/>
            <a:pathLst>
              <a:path w="3123" h="1480" extrusionOk="0">
                <a:moveTo>
                  <a:pt x="981" y="179"/>
                </a:moveTo>
                <a:cubicBezTo>
                  <a:pt x="1195" y="179"/>
                  <a:pt x="1474" y="267"/>
                  <a:pt x="1892" y="480"/>
                </a:cubicBezTo>
                <a:cubicBezTo>
                  <a:pt x="2582" y="810"/>
                  <a:pt x="2672" y="1020"/>
                  <a:pt x="2387" y="1185"/>
                </a:cubicBezTo>
                <a:cubicBezTo>
                  <a:pt x="2290" y="1245"/>
                  <a:pt x="2179" y="1277"/>
                  <a:pt x="2046" y="1277"/>
                </a:cubicBezTo>
                <a:cubicBezTo>
                  <a:pt x="1810" y="1277"/>
                  <a:pt x="1504" y="1176"/>
                  <a:pt x="1082" y="945"/>
                </a:cubicBezTo>
                <a:cubicBezTo>
                  <a:pt x="466" y="615"/>
                  <a:pt x="376" y="420"/>
                  <a:pt x="646" y="270"/>
                </a:cubicBezTo>
                <a:cubicBezTo>
                  <a:pt x="744" y="213"/>
                  <a:pt x="850" y="179"/>
                  <a:pt x="981" y="179"/>
                </a:cubicBezTo>
                <a:close/>
                <a:moveTo>
                  <a:pt x="1141" y="0"/>
                </a:moveTo>
                <a:cubicBezTo>
                  <a:pt x="893" y="0"/>
                  <a:pt x="671" y="61"/>
                  <a:pt x="466" y="180"/>
                </a:cubicBezTo>
                <a:cubicBezTo>
                  <a:pt x="1" y="450"/>
                  <a:pt x="76" y="750"/>
                  <a:pt x="766" y="1125"/>
                </a:cubicBezTo>
                <a:cubicBezTo>
                  <a:pt x="1184" y="1360"/>
                  <a:pt x="1571" y="1479"/>
                  <a:pt x="1920" y="1479"/>
                </a:cubicBezTo>
                <a:cubicBezTo>
                  <a:pt x="2172" y="1479"/>
                  <a:pt x="2404" y="1417"/>
                  <a:pt x="2612" y="1290"/>
                </a:cubicBezTo>
                <a:cubicBezTo>
                  <a:pt x="3123" y="1005"/>
                  <a:pt x="2988" y="675"/>
                  <a:pt x="2222" y="300"/>
                </a:cubicBezTo>
                <a:cubicBezTo>
                  <a:pt x="1811" y="98"/>
                  <a:pt x="1455" y="0"/>
                  <a:pt x="114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0CD3C0-E14C-AF21-8CE2-E3C6F51E7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19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55E0965-1349-40E5-17F5-1E36B2C6A7EF}"/>
              </a:ext>
            </a:extLst>
          </p:cNvPr>
          <p:cNvGrpSpPr/>
          <p:nvPr/>
        </p:nvGrpSpPr>
        <p:grpSpPr>
          <a:xfrm>
            <a:off x="1199066" y="3248944"/>
            <a:ext cx="3209309" cy="856007"/>
            <a:chOff x="1199066" y="3248944"/>
            <a:chExt cx="3209309" cy="856007"/>
          </a:xfrm>
        </p:grpSpPr>
        <p:sp>
          <p:nvSpPr>
            <p:cNvPr id="46" name="Google Shape;3465;p16">
              <a:extLst>
                <a:ext uri="{FF2B5EF4-FFF2-40B4-BE49-F238E27FC236}">
                  <a16:creationId xmlns:a16="http://schemas.microsoft.com/office/drawing/2014/main" id="{8A3B2A15-74E2-4416-21B6-7D7BF10F1A65}"/>
                </a:ext>
              </a:extLst>
            </p:cNvPr>
            <p:cNvSpPr txBox="1">
              <a:spLocks/>
            </p:cNvSpPr>
            <p:nvPr/>
          </p:nvSpPr>
          <p:spPr>
            <a:xfrm>
              <a:off x="2078130" y="3248944"/>
              <a:ext cx="2330245" cy="8560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8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600"/>
                <a:buFont typeface="Fira Sans Condensed Medium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3F174D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BACKEND :</a:t>
              </a: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E42524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600"/>
                <a:buFont typeface="Fira Sans Condensed Medium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5F2F69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Laravel &amp; FLASK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34DB58F-A712-E8F4-1D1E-AD65DBB6005C}"/>
                </a:ext>
              </a:extLst>
            </p:cNvPr>
            <p:cNvGrpSpPr/>
            <p:nvPr/>
          </p:nvGrpSpPr>
          <p:grpSpPr>
            <a:xfrm>
              <a:off x="1199066" y="3350419"/>
              <a:ext cx="753900" cy="753900"/>
              <a:chOff x="1199066" y="3350419"/>
              <a:chExt cx="753900" cy="753900"/>
            </a:xfrm>
          </p:grpSpPr>
          <p:sp>
            <p:nvSpPr>
              <p:cNvPr id="6" name="Google Shape;3371;p15">
                <a:extLst>
                  <a:ext uri="{FF2B5EF4-FFF2-40B4-BE49-F238E27FC236}">
                    <a16:creationId xmlns:a16="http://schemas.microsoft.com/office/drawing/2014/main" id="{DF93C6DA-1617-9480-DFD1-E05BAD063290}"/>
                  </a:ext>
                </a:extLst>
              </p:cNvPr>
              <p:cNvSpPr/>
              <p:nvPr/>
            </p:nvSpPr>
            <p:spPr>
              <a:xfrm>
                <a:off x="1199066" y="3350419"/>
                <a:ext cx="753900" cy="753900"/>
              </a:xfrm>
              <a:prstGeom prst="rect">
                <a:avLst/>
              </a:prstGeom>
              <a:solidFill>
                <a:srgbClr val="5F2F69">
                  <a:alpha val="51764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" name="Google Shape;3467;p16">
                <a:extLst>
                  <a:ext uri="{FF2B5EF4-FFF2-40B4-BE49-F238E27FC236}">
                    <a16:creationId xmlns:a16="http://schemas.microsoft.com/office/drawing/2014/main" id="{9E988B32-8E44-EE69-0D27-6F884D4792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0297" y="3439469"/>
                <a:ext cx="722669" cy="5429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800" b="1" i="0" u="none" strike="noStrike" cap="none">
                    <a:solidFill>
                      <a:schemeClr val="dk1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949"/>
                  </a:buClr>
                  <a:buSzPts val="1600"/>
                  <a:buFont typeface="Fira Sans Condensed Medium"/>
                  <a:buNone/>
                  <a:tabLst/>
                  <a:defRPr/>
                </a:pPr>
                <a:r>
                  <a:rPr kumimoji="0" lang="en-US" sz="3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Red Hat Display"/>
                    <a:ea typeface="Red Hat Display"/>
                    <a:cs typeface="Red Hat Display"/>
                    <a:sym typeface="Red Hat Display"/>
                  </a:rPr>
                  <a:t>02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81F677-D607-FEC2-43B2-C104BC370549}"/>
              </a:ext>
            </a:extLst>
          </p:cNvPr>
          <p:cNvGrpSpPr/>
          <p:nvPr/>
        </p:nvGrpSpPr>
        <p:grpSpPr>
          <a:xfrm>
            <a:off x="1199066" y="4587325"/>
            <a:ext cx="3696666" cy="856007"/>
            <a:chOff x="1199066" y="4587325"/>
            <a:chExt cx="3696666" cy="856007"/>
          </a:xfrm>
        </p:grpSpPr>
        <p:sp>
          <p:nvSpPr>
            <p:cNvPr id="50" name="Google Shape;3465;p16">
              <a:extLst>
                <a:ext uri="{FF2B5EF4-FFF2-40B4-BE49-F238E27FC236}">
                  <a16:creationId xmlns:a16="http://schemas.microsoft.com/office/drawing/2014/main" id="{8540E63C-F3E7-CF04-E111-2DFB37747131}"/>
                </a:ext>
              </a:extLst>
            </p:cNvPr>
            <p:cNvSpPr txBox="1">
              <a:spLocks/>
            </p:cNvSpPr>
            <p:nvPr/>
          </p:nvSpPr>
          <p:spPr>
            <a:xfrm>
              <a:off x="2078130" y="4587325"/>
              <a:ext cx="2817602" cy="8560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8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600"/>
                <a:buFont typeface="Fira Sans Condensed Medium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3F174D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DATABASE :</a:t>
              </a: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E42524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600"/>
                <a:buFont typeface="Fira Sans Condensed Medium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5F2F69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MySQ</a:t>
              </a:r>
              <a:r>
                <a:rPr lang="en-US" sz="2000" kern="0" dirty="0">
                  <a:solidFill>
                    <a:srgbClr val="5F2F69"/>
                  </a:solidFill>
                </a:rPr>
                <a:t>L &amp; MongoDb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5CBF8A5-51E1-D726-2CE0-A20A17EEAEAE}"/>
                </a:ext>
              </a:extLst>
            </p:cNvPr>
            <p:cNvGrpSpPr/>
            <p:nvPr/>
          </p:nvGrpSpPr>
          <p:grpSpPr>
            <a:xfrm>
              <a:off x="1199066" y="4678331"/>
              <a:ext cx="753900" cy="753900"/>
              <a:chOff x="1199066" y="4678331"/>
              <a:chExt cx="753900" cy="753900"/>
            </a:xfrm>
          </p:grpSpPr>
          <p:sp>
            <p:nvSpPr>
              <p:cNvPr id="10" name="Google Shape;3371;p15">
                <a:extLst>
                  <a:ext uri="{FF2B5EF4-FFF2-40B4-BE49-F238E27FC236}">
                    <a16:creationId xmlns:a16="http://schemas.microsoft.com/office/drawing/2014/main" id="{A4E7A5BB-C801-7ED6-0D47-C997E0B548BF}"/>
                  </a:ext>
                </a:extLst>
              </p:cNvPr>
              <p:cNvSpPr/>
              <p:nvPr/>
            </p:nvSpPr>
            <p:spPr>
              <a:xfrm>
                <a:off x="1199066" y="4678331"/>
                <a:ext cx="753900" cy="753900"/>
              </a:xfrm>
              <a:prstGeom prst="rect">
                <a:avLst/>
              </a:prstGeom>
              <a:solidFill>
                <a:srgbClr val="5F2F69">
                  <a:alpha val="51764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3467;p16">
                <a:extLst>
                  <a:ext uri="{FF2B5EF4-FFF2-40B4-BE49-F238E27FC236}">
                    <a16:creationId xmlns:a16="http://schemas.microsoft.com/office/drawing/2014/main" id="{285CC87E-55E5-588F-6058-88FB87EEE8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0297" y="4767381"/>
                <a:ext cx="722669" cy="5429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800" b="1" i="0" u="none" strike="noStrike" cap="none">
                    <a:solidFill>
                      <a:schemeClr val="dk1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949"/>
                  </a:buClr>
                  <a:buSzPts val="1600"/>
                  <a:buFont typeface="Fira Sans Condensed Medium"/>
                  <a:buNone/>
                  <a:tabLst/>
                  <a:defRPr/>
                </a:pPr>
                <a:r>
                  <a:rPr kumimoji="0" lang="en-US" sz="3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Red Hat Display"/>
                    <a:ea typeface="Red Hat Display"/>
                    <a:cs typeface="Red Hat Display"/>
                    <a:sym typeface="Red Hat Display"/>
                  </a:rPr>
                  <a:t>03</a:t>
                </a: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0D6EA2B-BB84-51CA-4715-C8A3346BE188}"/>
              </a:ext>
            </a:extLst>
          </p:cNvPr>
          <p:cNvGrpSpPr/>
          <p:nvPr/>
        </p:nvGrpSpPr>
        <p:grpSpPr>
          <a:xfrm>
            <a:off x="6515219" y="3122132"/>
            <a:ext cx="4477714" cy="880712"/>
            <a:chOff x="6515219" y="3122132"/>
            <a:chExt cx="4477714" cy="880712"/>
          </a:xfrm>
        </p:grpSpPr>
        <p:sp>
          <p:nvSpPr>
            <p:cNvPr id="53" name="Google Shape;3465;p16">
              <a:extLst>
                <a:ext uri="{FF2B5EF4-FFF2-40B4-BE49-F238E27FC236}">
                  <a16:creationId xmlns:a16="http://schemas.microsoft.com/office/drawing/2014/main" id="{235F2AEC-C9D7-CDA7-9921-2B9608576563}"/>
                </a:ext>
              </a:extLst>
            </p:cNvPr>
            <p:cNvSpPr txBox="1">
              <a:spLocks/>
            </p:cNvSpPr>
            <p:nvPr/>
          </p:nvSpPr>
          <p:spPr>
            <a:xfrm>
              <a:off x="7432285" y="3122132"/>
              <a:ext cx="3560648" cy="8560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8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600"/>
                <a:buFont typeface="Fira Sans Condensed Medium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3F174D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DESIGN 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600"/>
                <a:buFont typeface="Fira Sans Condensed Medium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5F2F69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Adobe PS , AI &amp; Lucid.app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5AD3A63-0671-4BCA-12B8-2E92C04EE957}"/>
                </a:ext>
              </a:extLst>
            </p:cNvPr>
            <p:cNvGrpSpPr/>
            <p:nvPr/>
          </p:nvGrpSpPr>
          <p:grpSpPr>
            <a:xfrm>
              <a:off x="6515219" y="3248944"/>
              <a:ext cx="753900" cy="753900"/>
              <a:chOff x="6515219" y="3248944"/>
              <a:chExt cx="753900" cy="753900"/>
            </a:xfrm>
          </p:grpSpPr>
          <p:sp>
            <p:nvSpPr>
              <p:cNvPr id="19" name="Google Shape;3371;p15">
                <a:extLst>
                  <a:ext uri="{FF2B5EF4-FFF2-40B4-BE49-F238E27FC236}">
                    <a16:creationId xmlns:a16="http://schemas.microsoft.com/office/drawing/2014/main" id="{6321D84C-1ACA-206E-F324-813FD30C0716}"/>
                  </a:ext>
                </a:extLst>
              </p:cNvPr>
              <p:cNvSpPr/>
              <p:nvPr/>
            </p:nvSpPr>
            <p:spPr>
              <a:xfrm>
                <a:off x="6515219" y="3248944"/>
                <a:ext cx="753900" cy="753900"/>
              </a:xfrm>
              <a:prstGeom prst="rect">
                <a:avLst/>
              </a:prstGeom>
              <a:solidFill>
                <a:srgbClr val="5F2F69">
                  <a:alpha val="51764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3467;p16">
                <a:extLst>
                  <a:ext uri="{FF2B5EF4-FFF2-40B4-BE49-F238E27FC236}">
                    <a16:creationId xmlns:a16="http://schemas.microsoft.com/office/drawing/2014/main" id="{4B7A3512-A5C9-18B9-2EC5-74068D4B7D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46450" y="3337994"/>
                <a:ext cx="722669" cy="5429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800" b="1" i="0" u="none" strike="noStrike" cap="none">
                    <a:solidFill>
                      <a:schemeClr val="dk1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949"/>
                  </a:buClr>
                  <a:buSzPts val="1600"/>
                  <a:buFont typeface="Fira Sans Condensed Medium"/>
                  <a:buNone/>
                  <a:tabLst/>
                  <a:defRPr/>
                </a:pPr>
                <a:r>
                  <a:rPr kumimoji="0" lang="en-US" sz="3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Red Hat Display"/>
                    <a:ea typeface="Red Hat Display"/>
                    <a:cs typeface="Red Hat Display"/>
                    <a:sym typeface="Red Hat Display"/>
                  </a:rPr>
                  <a:t>05</a:t>
                </a: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F013D53-8787-4159-70BA-4F6344961AAC}"/>
              </a:ext>
            </a:extLst>
          </p:cNvPr>
          <p:cNvGrpSpPr/>
          <p:nvPr/>
        </p:nvGrpSpPr>
        <p:grpSpPr>
          <a:xfrm>
            <a:off x="6483988" y="1747559"/>
            <a:ext cx="4137627" cy="856007"/>
            <a:chOff x="6483988" y="1747559"/>
            <a:chExt cx="4137627" cy="856007"/>
          </a:xfrm>
        </p:grpSpPr>
        <p:sp>
          <p:nvSpPr>
            <p:cNvPr id="56" name="Google Shape;3465;p16">
              <a:extLst>
                <a:ext uri="{FF2B5EF4-FFF2-40B4-BE49-F238E27FC236}">
                  <a16:creationId xmlns:a16="http://schemas.microsoft.com/office/drawing/2014/main" id="{0CEAED36-B511-35D1-EED0-172F0EB096A5}"/>
                </a:ext>
              </a:extLst>
            </p:cNvPr>
            <p:cNvSpPr txBox="1">
              <a:spLocks/>
            </p:cNvSpPr>
            <p:nvPr/>
          </p:nvSpPr>
          <p:spPr>
            <a:xfrm>
              <a:off x="7432285" y="1747559"/>
              <a:ext cx="3189330" cy="8560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800" b="1" i="0" u="none" strike="noStrike" cap="none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Fira Sans Condensed Medium"/>
                <a:buNone/>
                <a:defRPr sz="1600" b="1" i="0" u="none" strike="noStrike" cap="none">
                  <a:solidFill>
                    <a:schemeClr val="dk1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600"/>
                <a:buFont typeface="Fira Sans Condensed Medium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3F174D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AI:</a:t>
              </a: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E42524"/>
                  </a:solidFill>
                  <a:effectLst/>
                  <a:uLnTx/>
                  <a:uFillTx/>
                  <a:latin typeface="Red Hat Display"/>
                  <a:ea typeface="Red Hat Display"/>
                  <a:cs typeface="Red Hat Display"/>
                  <a:sym typeface="Red Hat Display"/>
                </a:rPr>
                <a:t>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949"/>
                </a:buClr>
                <a:buSzPts val="1600"/>
                <a:buFont typeface="Fira Sans Condensed Medium"/>
                <a:buNone/>
                <a:tabLst/>
                <a:defRPr/>
              </a:pPr>
              <a:r>
                <a:rPr lang="en-US" sz="2000" kern="0" dirty="0">
                  <a:solidFill>
                    <a:srgbClr val="5F2F69"/>
                  </a:solidFill>
                </a:rPr>
                <a:t>Transformers &amp; NLTK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5F2F69"/>
                </a:solidFill>
                <a:effectLst/>
                <a:uLnTx/>
                <a:uFillTx/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4B1FEC7-6A62-DF70-35DA-D83915A54B8C}"/>
                </a:ext>
              </a:extLst>
            </p:cNvPr>
            <p:cNvGrpSpPr/>
            <p:nvPr/>
          </p:nvGrpSpPr>
          <p:grpSpPr>
            <a:xfrm>
              <a:off x="6483988" y="1849666"/>
              <a:ext cx="753900" cy="753900"/>
              <a:chOff x="6483988" y="1849666"/>
              <a:chExt cx="753900" cy="753900"/>
            </a:xfrm>
          </p:grpSpPr>
          <p:sp>
            <p:nvSpPr>
              <p:cNvPr id="16" name="Google Shape;3371;p15">
                <a:extLst>
                  <a:ext uri="{FF2B5EF4-FFF2-40B4-BE49-F238E27FC236}">
                    <a16:creationId xmlns:a16="http://schemas.microsoft.com/office/drawing/2014/main" id="{BFBAE8C0-1899-062E-C23E-932CE635CDA9}"/>
                  </a:ext>
                </a:extLst>
              </p:cNvPr>
              <p:cNvSpPr/>
              <p:nvPr/>
            </p:nvSpPr>
            <p:spPr>
              <a:xfrm>
                <a:off x="6483988" y="1849666"/>
                <a:ext cx="753900" cy="753900"/>
              </a:xfrm>
              <a:prstGeom prst="rect">
                <a:avLst/>
              </a:prstGeom>
              <a:solidFill>
                <a:srgbClr val="5F2F69">
                  <a:alpha val="51764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ker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3467;p16">
                <a:extLst>
                  <a:ext uri="{FF2B5EF4-FFF2-40B4-BE49-F238E27FC236}">
                    <a16:creationId xmlns:a16="http://schemas.microsoft.com/office/drawing/2014/main" id="{701257BF-8816-105A-47FC-2ED40181DA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5219" y="1938716"/>
                <a:ext cx="722669" cy="5429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800" b="1" i="0" u="none" strike="noStrike" cap="none">
                    <a:solidFill>
                      <a:schemeClr val="dk1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Fira Sans Condensed Medium"/>
                  <a:buNone/>
                  <a:defRPr sz="1600" b="1" i="0" u="none" strike="noStrike" cap="none">
                    <a:solidFill>
                      <a:schemeClr val="dk1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949"/>
                  </a:buClr>
                  <a:buSzPts val="1600"/>
                  <a:buFont typeface="Fira Sans Condensed Medium"/>
                  <a:buNone/>
                  <a:tabLst/>
                  <a:defRPr/>
                </a:pPr>
                <a:r>
                  <a:rPr kumimoji="0" lang="en-US" sz="3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Red Hat Display"/>
                    <a:ea typeface="Red Hat Display"/>
                    <a:cs typeface="Red Hat Display"/>
                    <a:sym typeface="Red Hat Display"/>
                  </a:rPr>
                  <a:t>04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2522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  <p:sndAc>
          <p:stSnd>
            <p:snd r:embed="rId2" name="Swipe Swoosh Transition Sound Effect.wav"/>
          </p:stSnd>
        </p:sndAc>
      </p:transition>
    </mc:Choice>
    <mc:Fallback xmlns="">
      <p:transition>
        <p:fade/>
        <p:sndAc>
          <p:stSnd>
            <p:snd r:embed="rId4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F7C9FD5-6D14-E9AD-2991-56EE9655D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930" y="698408"/>
            <a:ext cx="5461181" cy="5461181"/>
          </a:xfrm>
          <a:prstGeom prst="rect">
            <a:avLst/>
          </a:prstGeom>
        </p:spPr>
      </p:pic>
      <p:pic>
        <p:nvPicPr>
          <p:cNvPr id="10" name="Picture 9" descr="A purple and black gradient&#10;&#10;Description automatically generated">
            <a:extLst>
              <a:ext uri="{FF2B5EF4-FFF2-40B4-BE49-F238E27FC236}">
                <a16:creationId xmlns:a16="http://schemas.microsoft.com/office/drawing/2014/main" id="{648C1A16-D8DC-6803-798E-F075A5CAB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08535" y="-1141077"/>
            <a:ext cx="10477503" cy="5902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75EA4C-5C39-665C-AB1D-1C4CC474D4A0}"/>
              </a:ext>
            </a:extLst>
          </p:cNvPr>
          <p:cNvSpPr txBox="1"/>
          <p:nvPr/>
        </p:nvSpPr>
        <p:spPr>
          <a:xfrm>
            <a:off x="6395890" y="3013499"/>
            <a:ext cx="59027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CONCLUSION</a:t>
            </a:r>
            <a:endParaRPr lang="en-US" sz="1400" b="1" dirty="0">
              <a:solidFill>
                <a:schemeClr val="bg1"/>
              </a:solidFill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8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2" name="Swipe Swoosh Transition Sound Effect.wav"/>
          </p:stSnd>
        </p:sndAc>
      </p:transition>
    </mc:Choice>
    <mc:Fallback xmlns="">
      <p:transition>
        <p:fade/>
        <p:sndAc>
          <p:stSnd>
            <p:snd r:embed="rId5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5F7E2-D386-2B3C-5323-1985DB038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F636C-5CF8-644B-B668-F3F8F57B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29" y="1637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CONCLUSION</a:t>
            </a:r>
          </a:p>
        </p:txBody>
      </p:sp>
      <p:pic>
        <p:nvPicPr>
          <p:cNvPr id="4" name="Picture 3" descr="A purple and black gradient&#10;&#10;Description automatically generated">
            <a:extLst>
              <a:ext uri="{FF2B5EF4-FFF2-40B4-BE49-F238E27FC236}">
                <a16:creationId xmlns:a16="http://schemas.microsoft.com/office/drawing/2014/main" id="{C97C814A-A899-2A58-58AD-CBDC1C429B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5" name="Picture 4" descr="A purple and black gradient&#10;&#10;Description automatically generated">
            <a:extLst>
              <a:ext uri="{FF2B5EF4-FFF2-40B4-BE49-F238E27FC236}">
                <a16:creationId xmlns:a16="http://schemas.microsoft.com/office/drawing/2014/main" id="{D79FB98A-8548-92DF-0344-D2EA71CA98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7" name="Google Shape;615;p2">
            <a:extLst>
              <a:ext uri="{FF2B5EF4-FFF2-40B4-BE49-F238E27FC236}">
                <a16:creationId xmlns:a16="http://schemas.microsoft.com/office/drawing/2014/main" id="{284D0B9B-78D5-3F2A-880D-CB5BA0552755}"/>
              </a:ext>
            </a:extLst>
          </p:cNvPr>
          <p:cNvSpPr/>
          <p:nvPr/>
        </p:nvSpPr>
        <p:spPr>
          <a:xfrm>
            <a:off x="603361" y="1067070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2188D-DB4B-3D96-F630-921CC95BFA65}"/>
              </a:ext>
            </a:extLst>
          </p:cNvPr>
          <p:cNvSpPr txBox="1"/>
          <p:nvPr/>
        </p:nvSpPr>
        <p:spPr>
          <a:xfrm>
            <a:off x="603361" y="1790859"/>
            <a:ext cx="8997839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5F2F69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5F2F69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Our Platform is committed to simplifying the learning process for educators and learners.</a:t>
            </a:r>
          </a:p>
          <a:p>
            <a:pPr marL="342900" indent="-342900">
              <a:lnSpc>
                <a:spcPct val="150000"/>
              </a:lnSpc>
              <a:buClr>
                <a:srgbClr val="5F2F69"/>
              </a:buClr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5F2F69"/>
              </a:solidFill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  <a:p>
            <a:pPr marL="342900" indent="-342900">
              <a:lnSpc>
                <a:spcPct val="150000"/>
              </a:lnSpc>
              <a:buClr>
                <a:srgbClr val="5F2F69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5F2F69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Moving forward, our emphasis on flexibility and utility will guarantee that our platform remains user-friendly and adaptable to evolving educational trends.</a:t>
            </a:r>
          </a:p>
          <a:p>
            <a:pPr marL="342900" indent="-342900">
              <a:lnSpc>
                <a:spcPct val="150000"/>
              </a:lnSpc>
              <a:buClr>
                <a:srgbClr val="5F2F69"/>
              </a:buClr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5F2F69"/>
              </a:solidFill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  <a:p>
            <a:pPr marL="342900" indent="-342900">
              <a:lnSpc>
                <a:spcPct val="150000"/>
              </a:lnSpc>
              <a:buClr>
                <a:srgbClr val="5F2F69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5F2F69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We aim to make a platform that matches the quality of our education.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409E3-6379-6886-791D-DE9016614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97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  <p:sndAc>
          <p:stSnd>
            <p:snd r:embed="rId3" name="Swipe Swoosh Transition Sound Effect.wav"/>
          </p:stSnd>
        </p:sndAc>
      </p:transition>
    </mc:Choice>
    <mc:Fallback xmlns="">
      <p:transition>
        <p:fade/>
        <p:sndAc>
          <p:stSnd>
            <p:snd r:embed="rId5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8">
            <a:extLst>
              <a:ext uri="{FF2B5EF4-FFF2-40B4-BE49-F238E27FC236}">
                <a16:creationId xmlns:a16="http://schemas.microsoft.com/office/drawing/2014/main" id="{6E6515EB-9937-EBAC-7353-6E2C273AF309}"/>
              </a:ext>
            </a:extLst>
          </p:cNvPr>
          <p:cNvSpPr/>
          <p:nvPr/>
        </p:nvSpPr>
        <p:spPr>
          <a:xfrm flipH="1" flipV="1">
            <a:off x="0" y="-69560"/>
            <a:ext cx="12192000" cy="2318050"/>
          </a:xfrm>
          <a:custGeom>
            <a:avLst/>
            <a:gdLst>
              <a:gd name="connsiteX0" fmla="*/ 0 w 12192000"/>
              <a:gd name="connsiteY0" fmla="*/ 1776184 h 2318050"/>
              <a:gd name="connsiteX1" fmla="*/ 254000 w 12192000"/>
              <a:gd name="connsiteY1" fmla="*/ 1776184 h 2318050"/>
              <a:gd name="connsiteX2" fmla="*/ 1524000 w 12192000"/>
              <a:gd name="connsiteY2" fmla="*/ 1550124 h 2318050"/>
              <a:gd name="connsiteX3" fmla="*/ 3048000 w 12192000"/>
              <a:gd name="connsiteY3" fmla="*/ 647577 h 2318050"/>
              <a:gd name="connsiteX4" fmla="*/ 4572000 w 12192000"/>
              <a:gd name="connsiteY4" fmla="*/ 692451 h 2318050"/>
              <a:gd name="connsiteX5" fmla="*/ 6096000 w 12192000"/>
              <a:gd name="connsiteY5" fmla="*/ 1550124 h 2318050"/>
              <a:gd name="connsiteX6" fmla="*/ 7620000 w 12192000"/>
              <a:gd name="connsiteY6" fmla="*/ 1053977 h 2318050"/>
              <a:gd name="connsiteX7" fmla="*/ 9144000 w 12192000"/>
              <a:gd name="connsiteY7" fmla="*/ 1053977 h 2318050"/>
              <a:gd name="connsiteX8" fmla="*/ 10668000 w 12192000"/>
              <a:gd name="connsiteY8" fmla="*/ 59991 h 2318050"/>
              <a:gd name="connsiteX9" fmla="*/ 11938000 w 12192000"/>
              <a:gd name="connsiteY9" fmla="*/ 286051 h 2318050"/>
              <a:gd name="connsiteX10" fmla="*/ 12192000 w 12192000"/>
              <a:gd name="connsiteY10" fmla="*/ 421517 h 2318050"/>
              <a:gd name="connsiteX11" fmla="*/ 12192000 w 12192000"/>
              <a:gd name="connsiteY11" fmla="*/ 2318050 h 2318050"/>
              <a:gd name="connsiteX12" fmla="*/ 11938000 w 12192000"/>
              <a:gd name="connsiteY12" fmla="*/ 2318050 h 2318050"/>
              <a:gd name="connsiteX13" fmla="*/ 10668000 w 12192000"/>
              <a:gd name="connsiteY13" fmla="*/ 2318050 h 2318050"/>
              <a:gd name="connsiteX14" fmla="*/ 9144000 w 12192000"/>
              <a:gd name="connsiteY14" fmla="*/ 2318050 h 2318050"/>
              <a:gd name="connsiteX15" fmla="*/ 7620000 w 12192000"/>
              <a:gd name="connsiteY15" fmla="*/ 2318050 h 2318050"/>
              <a:gd name="connsiteX16" fmla="*/ 6096000 w 12192000"/>
              <a:gd name="connsiteY16" fmla="*/ 2318050 h 2318050"/>
              <a:gd name="connsiteX17" fmla="*/ 4572000 w 12192000"/>
              <a:gd name="connsiteY17" fmla="*/ 2318050 h 2318050"/>
              <a:gd name="connsiteX18" fmla="*/ 3048000 w 12192000"/>
              <a:gd name="connsiteY18" fmla="*/ 2318050 h 2318050"/>
              <a:gd name="connsiteX19" fmla="*/ 1524000 w 12192000"/>
              <a:gd name="connsiteY19" fmla="*/ 2318050 h 2318050"/>
              <a:gd name="connsiteX20" fmla="*/ 254000 w 12192000"/>
              <a:gd name="connsiteY20" fmla="*/ 2318050 h 2318050"/>
              <a:gd name="connsiteX21" fmla="*/ 0 w 12192000"/>
              <a:gd name="connsiteY21" fmla="*/ 2318050 h 231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2000" h="2318050">
                <a:moveTo>
                  <a:pt x="0" y="1776184"/>
                </a:moveTo>
                <a:lnTo>
                  <a:pt x="254000" y="1776184"/>
                </a:lnTo>
                <a:cubicBezTo>
                  <a:pt x="508000" y="1776184"/>
                  <a:pt x="1016000" y="1776184"/>
                  <a:pt x="1524000" y="1550124"/>
                </a:cubicBezTo>
                <a:cubicBezTo>
                  <a:pt x="2032000" y="1327451"/>
                  <a:pt x="2540000" y="870251"/>
                  <a:pt x="3048000" y="647577"/>
                </a:cubicBezTo>
                <a:cubicBezTo>
                  <a:pt x="3556000" y="421517"/>
                  <a:pt x="4064000" y="421517"/>
                  <a:pt x="4572000" y="692451"/>
                </a:cubicBezTo>
                <a:cubicBezTo>
                  <a:pt x="5080000" y="963384"/>
                  <a:pt x="5588000" y="1505251"/>
                  <a:pt x="6096000" y="1550124"/>
                </a:cubicBezTo>
                <a:cubicBezTo>
                  <a:pt x="6604000" y="1598384"/>
                  <a:pt x="7112000" y="1141184"/>
                  <a:pt x="7620000" y="1053977"/>
                </a:cubicBezTo>
                <a:cubicBezTo>
                  <a:pt x="8128000" y="963384"/>
                  <a:pt x="8636000" y="1234317"/>
                  <a:pt x="9144000" y="1053977"/>
                </a:cubicBezTo>
                <a:cubicBezTo>
                  <a:pt x="9652000" y="870251"/>
                  <a:pt x="10160000" y="243717"/>
                  <a:pt x="10668000" y="59991"/>
                </a:cubicBezTo>
                <a:cubicBezTo>
                  <a:pt x="11176000" y="-120349"/>
                  <a:pt x="11684000" y="150584"/>
                  <a:pt x="11938000" y="286051"/>
                </a:cubicBezTo>
                <a:lnTo>
                  <a:pt x="12192000" y="421517"/>
                </a:lnTo>
                <a:lnTo>
                  <a:pt x="12192000" y="2318050"/>
                </a:lnTo>
                <a:lnTo>
                  <a:pt x="11938000" y="2318050"/>
                </a:lnTo>
                <a:cubicBezTo>
                  <a:pt x="11684000" y="2318050"/>
                  <a:pt x="11176000" y="2318050"/>
                  <a:pt x="10668000" y="2318050"/>
                </a:cubicBezTo>
                <a:cubicBezTo>
                  <a:pt x="10160000" y="2318050"/>
                  <a:pt x="9652000" y="2318050"/>
                  <a:pt x="9144000" y="2318050"/>
                </a:cubicBezTo>
                <a:cubicBezTo>
                  <a:pt x="8636000" y="2318050"/>
                  <a:pt x="8128000" y="2318050"/>
                  <a:pt x="7620000" y="2318050"/>
                </a:cubicBezTo>
                <a:cubicBezTo>
                  <a:pt x="7112000" y="2318050"/>
                  <a:pt x="6604000" y="2318050"/>
                  <a:pt x="6096000" y="2318050"/>
                </a:cubicBezTo>
                <a:cubicBezTo>
                  <a:pt x="5588000" y="2318050"/>
                  <a:pt x="5080000" y="2318050"/>
                  <a:pt x="4572000" y="2318050"/>
                </a:cubicBezTo>
                <a:cubicBezTo>
                  <a:pt x="4064000" y="2318050"/>
                  <a:pt x="3556000" y="2318050"/>
                  <a:pt x="3048000" y="2318050"/>
                </a:cubicBezTo>
                <a:cubicBezTo>
                  <a:pt x="2540000" y="2318050"/>
                  <a:pt x="2032000" y="2318050"/>
                  <a:pt x="1524000" y="2318050"/>
                </a:cubicBezTo>
                <a:cubicBezTo>
                  <a:pt x="1016000" y="2318050"/>
                  <a:pt x="508000" y="2318050"/>
                  <a:pt x="254000" y="2318050"/>
                </a:cubicBezTo>
                <a:lnTo>
                  <a:pt x="0" y="2318050"/>
                </a:lnTo>
                <a:close/>
              </a:path>
            </a:pathLst>
          </a:custGeom>
          <a:gradFill flip="none" rotWithShape="1">
            <a:gsLst>
              <a:gs pos="0">
                <a:srgbClr val="B93DD6">
                  <a:shade val="30000"/>
                  <a:satMod val="115000"/>
                </a:srgbClr>
              </a:gs>
              <a:gs pos="50000">
                <a:srgbClr val="B93DD6">
                  <a:shade val="67500"/>
                  <a:satMod val="115000"/>
                </a:srgbClr>
              </a:gs>
              <a:gs pos="100000">
                <a:srgbClr val="B93DD6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pPr algn="just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5EA4C-5C39-665C-AB1D-1C4CC474D4A0}"/>
              </a:ext>
            </a:extLst>
          </p:cNvPr>
          <p:cNvSpPr txBox="1"/>
          <p:nvPr/>
        </p:nvSpPr>
        <p:spPr>
          <a:xfrm>
            <a:off x="2597308" y="3860548"/>
            <a:ext cx="69973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5F2F69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THANK</a:t>
            </a:r>
            <a:r>
              <a:rPr lang="en-US" sz="6000" b="1" dirty="0">
                <a:solidFill>
                  <a:srgbClr val="00A9D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 YOU!</a:t>
            </a:r>
            <a:endParaRPr lang="en-US" b="1" dirty="0">
              <a:solidFill>
                <a:srgbClr val="00A9D1"/>
              </a:solidFill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</p:txBody>
      </p:sp>
      <p:pic>
        <p:nvPicPr>
          <p:cNvPr id="3" name="Picture 2" descr="A white square with blue and purple letters&#10;&#10;Description automatically generated">
            <a:extLst>
              <a:ext uri="{FF2B5EF4-FFF2-40B4-BE49-F238E27FC236}">
                <a16:creationId xmlns:a16="http://schemas.microsoft.com/office/drawing/2014/main" id="{95B9501F-6BF3-31EB-FFF9-01111EC35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346" y="323930"/>
            <a:ext cx="3269303" cy="3198471"/>
          </a:xfrm>
          <a:prstGeom prst="rect">
            <a:avLst/>
          </a:prstGeom>
        </p:spPr>
      </p:pic>
      <p:sp>
        <p:nvSpPr>
          <p:cNvPr id="16" name="Graphic 8">
            <a:extLst>
              <a:ext uri="{FF2B5EF4-FFF2-40B4-BE49-F238E27FC236}">
                <a16:creationId xmlns:a16="http://schemas.microsoft.com/office/drawing/2014/main" id="{51AA4E01-C39E-AED4-81B1-C86608FEA63C}"/>
              </a:ext>
            </a:extLst>
          </p:cNvPr>
          <p:cNvSpPr/>
          <p:nvPr/>
        </p:nvSpPr>
        <p:spPr>
          <a:xfrm>
            <a:off x="0" y="4536842"/>
            <a:ext cx="12192000" cy="2318050"/>
          </a:xfrm>
          <a:custGeom>
            <a:avLst/>
            <a:gdLst>
              <a:gd name="connsiteX0" fmla="*/ 0 w 12192000"/>
              <a:gd name="connsiteY0" fmla="*/ 1776184 h 2318050"/>
              <a:gd name="connsiteX1" fmla="*/ 254000 w 12192000"/>
              <a:gd name="connsiteY1" fmla="*/ 1776184 h 2318050"/>
              <a:gd name="connsiteX2" fmla="*/ 1524000 w 12192000"/>
              <a:gd name="connsiteY2" fmla="*/ 1550124 h 2318050"/>
              <a:gd name="connsiteX3" fmla="*/ 3048000 w 12192000"/>
              <a:gd name="connsiteY3" fmla="*/ 647577 h 2318050"/>
              <a:gd name="connsiteX4" fmla="*/ 4572000 w 12192000"/>
              <a:gd name="connsiteY4" fmla="*/ 692451 h 2318050"/>
              <a:gd name="connsiteX5" fmla="*/ 6096000 w 12192000"/>
              <a:gd name="connsiteY5" fmla="*/ 1550124 h 2318050"/>
              <a:gd name="connsiteX6" fmla="*/ 7620000 w 12192000"/>
              <a:gd name="connsiteY6" fmla="*/ 1053977 h 2318050"/>
              <a:gd name="connsiteX7" fmla="*/ 9144000 w 12192000"/>
              <a:gd name="connsiteY7" fmla="*/ 1053977 h 2318050"/>
              <a:gd name="connsiteX8" fmla="*/ 10668000 w 12192000"/>
              <a:gd name="connsiteY8" fmla="*/ 59991 h 2318050"/>
              <a:gd name="connsiteX9" fmla="*/ 11938000 w 12192000"/>
              <a:gd name="connsiteY9" fmla="*/ 286051 h 2318050"/>
              <a:gd name="connsiteX10" fmla="*/ 12192000 w 12192000"/>
              <a:gd name="connsiteY10" fmla="*/ 421517 h 2318050"/>
              <a:gd name="connsiteX11" fmla="*/ 12192000 w 12192000"/>
              <a:gd name="connsiteY11" fmla="*/ 2318050 h 2318050"/>
              <a:gd name="connsiteX12" fmla="*/ 11938000 w 12192000"/>
              <a:gd name="connsiteY12" fmla="*/ 2318050 h 2318050"/>
              <a:gd name="connsiteX13" fmla="*/ 10668000 w 12192000"/>
              <a:gd name="connsiteY13" fmla="*/ 2318050 h 2318050"/>
              <a:gd name="connsiteX14" fmla="*/ 9144000 w 12192000"/>
              <a:gd name="connsiteY14" fmla="*/ 2318050 h 2318050"/>
              <a:gd name="connsiteX15" fmla="*/ 7620000 w 12192000"/>
              <a:gd name="connsiteY15" fmla="*/ 2318050 h 2318050"/>
              <a:gd name="connsiteX16" fmla="*/ 6096000 w 12192000"/>
              <a:gd name="connsiteY16" fmla="*/ 2318050 h 2318050"/>
              <a:gd name="connsiteX17" fmla="*/ 4572000 w 12192000"/>
              <a:gd name="connsiteY17" fmla="*/ 2318050 h 2318050"/>
              <a:gd name="connsiteX18" fmla="*/ 3048000 w 12192000"/>
              <a:gd name="connsiteY18" fmla="*/ 2318050 h 2318050"/>
              <a:gd name="connsiteX19" fmla="*/ 1524000 w 12192000"/>
              <a:gd name="connsiteY19" fmla="*/ 2318050 h 2318050"/>
              <a:gd name="connsiteX20" fmla="*/ 254000 w 12192000"/>
              <a:gd name="connsiteY20" fmla="*/ 2318050 h 2318050"/>
              <a:gd name="connsiteX21" fmla="*/ 0 w 12192000"/>
              <a:gd name="connsiteY21" fmla="*/ 2318050 h 231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2000" h="2318050">
                <a:moveTo>
                  <a:pt x="0" y="1776184"/>
                </a:moveTo>
                <a:lnTo>
                  <a:pt x="254000" y="1776184"/>
                </a:lnTo>
                <a:cubicBezTo>
                  <a:pt x="508000" y="1776184"/>
                  <a:pt x="1016000" y="1776184"/>
                  <a:pt x="1524000" y="1550124"/>
                </a:cubicBezTo>
                <a:cubicBezTo>
                  <a:pt x="2032000" y="1327451"/>
                  <a:pt x="2540000" y="870251"/>
                  <a:pt x="3048000" y="647577"/>
                </a:cubicBezTo>
                <a:cubicBezTo>
                  <a:pt x="3556000" y="421517"/>
                  <a:pt x="4064000" y="421517"/>
                  <a:pt x="4572000" y="692451"/>
                </a:cubicBezTo>
                <a:cubicBezTo>
                  <a:pt x="5080000" y="963384"/>
                  <a:pt x="5588000" y="1505251"/>
                  <a:pt x="6096000" y="1550124"/>
                </a:cubicBezTo>
                <a:cubicBezTo>
                  <a:pt x="6604000" y="1598384"/>
                  <a:pt x="7112000" y="1141184"/>
                  <a:pt x="7620000" y="1053977"/>
                </a:cubicBezTo>
                <a:cubicBezTo>
                  <a:pt x="8128000" y="963384"/>
                  <a:pt x="8636000" y="1234317"/>
                  <a:pt x="9144000" y="1053977"/>
                </a:cubicBezTo>
                <a:cubicBezTo>
                  <a:pt x="9652000" y="870251"/>
                  <a:pt x="10160000" y="243717"/>
                  <a:pt x="10668000" y="59991"/>
                </a:cubicBezTo>
                <a:cubicBezTo>
                  <a:pt x="11176000" y="-120349"/>
                  <a:pt x="11684000" y="150584"/>
                  <a:pt x="11938000" y="286051"/>
                </a:cubicBezTo>
                <a:lnTo>
                  <a:pt x="12192000" y="421517"/>
                </a:lnTo>
                <a:lnTo>
                  <a:pt x="12192000" y="2318050"/>
                </a:lnTo>
                <a:lnTo>
                  <a:pt x="11938000" y="2318050"/>
                </a:lnTo>
                <a:cubicBezTo>
                  <a:pt x="11684000" y="2318050"/>
                  <a:pt x="11176000" y="2318050"/>
                  <a:pt x="10668000" y="2318050"/>
                </a:cubicBezTo>
                <a:cubicBezTo>
                  <a:pt x="10160000" y="2318050"/>
                  <a:pt x="9652000" y="2318050"/>
                  <a:pt x="9144000" y="2318050"/>
                </a:cubicBezTo>
                <a:cubicBezTo>
                  <a:pt x="8636000" y="2318050"/>
                  <a:pt x="8128000" y="2318050"/>
                  <a:pt x="7620000" y="2318050"/>
                </a:cubicBezTo>
                <a:cubicBezTo>
                  <a:pt x="7112000" y="2318050"/>
                  <a:pt x="6604000" y="2318050"/>
                  <a:pt x="6096000" y="2318050"/>
                </a:cubicBezTo>
                <a:cubicBezTo>
                  <a:pt x="5588000" y="2318050"/>
                  <a:pt x="5080000" y="2318050"/>
                  <a:pt x="4572000" y="2318050"/>
                </a:cubicBezTo>
                <a:cubicBezTo>
                  <a:pt x="4064000" y="2318050"/>
                  <a:pt x="3556000" y="2318050"/>
                  <a:pt x="3048000" y="2318050"/>
                </a:cubicBezTo>
                <a:cubicBezTo>
                  <a:pt x="2540000" y="2318050"/>
                  <a:pt x="2032000" y="2318050"/>
                  <a:pt x="1524000" y="2318050"/>
                </a:cubicBezTo>
                <a:cubicBezTo>
                  <a:pt x="1016000" y="2318050"/>
                  <a:pt x="508000" y="2318050"/>
                  <a:pt x="254000" y="2318050"/>
                </a:cubicBezTo>
                <a:lnTo>
                  <a:pt x="0" y="2318050"/>
                </a:lnTo>
                <a:close/>
              </a:path>
            </a:pathLst>
          </a:custGeom>
          <a:gradFill flip="none" rotWithShape="1">
            <a:gsLst>
              <a:gs pos="0">
                <a:srgbClr val="B93DD6">
                  <a:shade val="30000"/>
                  <a:satMod val="115000"/>
                </a:srgbClr>
              </a:gs>
              <a:gs pos="50000">
                <a:srgbClr val="B93DD6">
                  <a:shade val="67500"/>
                  <a:satMod val="115000"/>
                </a:srgbClr>
              </a:gs>
              <a:gs pos="100000">
                <a:srgbClr val="B93DD6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121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2" name="Swipe Swoosh Transition Sound Effect.wav"/>
          </p:stSnd>
        </p:sndAc>
      </p:transition>
    </mc:Choice>
    <mc:Fallback xmlns="">
      <p:transition>
        <p:fade/>
        <p:sndAc>
          <p:stSnd>
            <p:snd r:embed="rId4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80651-8D72-F464-3F7D-0DD4124F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E7BEB-AFAC-94EF-7291-5B8394E4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29" y="1637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kern="0" dirty="0">
                <a:solidFill>
                  <a:srgbClr val="5F2F6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References</a:t>
            </a:r>
          </a:p>
        </p:txBody>
      </p:sp>
      <p:pic>
        <p:nvPicPr>
          <p:cNvPr id="4" name="Picture 3" descr="A purple and black gradient&#10;&#10;Description automatically generated">
            <a:extLst>
              <a:ext uri="{FF2B5EF4-FFF2-40B4-BE49-F238E27FC236}">
                <a16:creationId xmlns:a16="http://schemas.microsoft.com/office/drawing/2014/main" id="{5D821377-966D-AB68-7C8B-2574F09EA2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510" y="0"/>
            <a:ext cx="3304490" cy="1309365"/>
          </a:xfrm>
          <a:prstGeom prst="rect">
            <a:avLst/>
          </a:prstGeom>
        </p:spPr>
      </p:pic>
      <p:pic>
        <p:nvPicPr>
          <p:cNvPr id="5" name="Picture 4" descr="A purple and black gradient&#10;&#10;Description automatically generated">
            <a:extLst>
              <a:ext uri="{FF2B5EF4-FFF2-40B4-BE49-F238E27FC236}">
                <a16:creationId xmlns:a16="http://schemas.microsoft.com/office/drawing/2014/main" id="{A2808C04-5550-A07D-05E1-D17142E49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970878"/>
            <a:ext cx="2330245" cy="923332"/>
          </a:xfrm>
          <a:prstGeom prst="rect">
            <a:avLst/>
          </a:prstGeom>
        </p:spPr>
      </p:pic>
      <p:sp>
        <p:nvSpPr>
          <p:cNvPr id="7" name="Google Shape;615;p2">
            <a:extLst>
              <a:ext uri="{FF2B5EF4-FFF2-40B4-BE49-F238E27FC236}">
                <a16:creationId xmlns:a16="http://schemas.microsoft.com/office/drawing/2014/main" id="{D7CBB3A9-B6E5-9640-C792-652C0D071AEA}"/>
              </a:ext>
            </a:extLst>
          </p:cNvPr>
          <p:cNvSpPr/>
          <p:nvPr/>
        </p:nvSpPr>
        <p:spPr>
          <a:xfrm>
            <a:off x="603361" y="1067070"/>
            <a:ext cx="945300" cy="68400"/>
          </a:xfrm>
          <a:prstGeom prst="rect">
            <a:avLst/>
          </a:prstGeom>
          <a:solidFill>
            <a:srgbClr val="B93DD6">
              <a:alpha val="5176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EF50D-75F6-16C7-3EB2-791DC7FAC028}"/>
              </a:ext>
            </a:extLst>
          </p:cNvPr>
          <p:cNvSpPr txBox="1"/>
          <p:nvPr/>
        </p:nvSpPr>
        <p:spPr>
          <a:xfrm>
            <a:off x="603361" y="1489336"/>
            <a:ext cx="10880883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Issue of Procrastination Among High School Students – The Spokesman</a:t>
            </a:r>
            <a:endParaRPr lang="en-US" sz="2400" dirty="0">
              <a:solidFill>
                <a:schemeClr val="accent1"/>
              </a:solidFill>
            </a:endParaRP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hlinkClick r:id="rId6"/>
              </a:rPr>
              <a:t>Helping Students Overcome Procrastination | National University (nu.edu)</a:t>
            </a:r>
            <a:endParaRPr lang="en-US" sz="2400" dirty="0">
              <a:solidFill>
                <a:schemeClr val="accent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Procrastination: Causes, Types, and How to Overcome It (verywellhealth.com)</a:t>
            </a:r>
            <a:endParaRPr lang="en-US" sz="2400" dirty="0">
              <a:solidFill>
                <a:schemeClr val="accent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accent1"/>
                </a:solidFill>
              </a:rPr>
              <a:t>https://e-student.org/best-study-methods/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 Performance (similarweb.com)</a:t>
            </a:r>
            <a:endParaRPr lang="en-US" sz="2400" dirty="0">
              <a:solidFill>
                <a:schemeClr val="accent1"/>
              </a:solidFill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561A8F-96A2-B09D-E521-C94C82EF0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B3F11-303A-485D-915D-B2CFFC23930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23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  <p:sndAc>
          <p:stSnd>
            <p:snd r:embed="rId3" name="Swipe Swoosh Transition Sound Effect.wav"/>
          </p:stSnd>
        </p:sndAc>
      </p:transition>
    </mc:Choice>
    <mc:Fallback xmlns="">
      <p:transition>
        <p:fade/>
        <p:sndAc>
          <p:stSnd>
            <p:snd r:embed="rId9" name="Swipe Swoosh Transition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2142</TotalTime>
  <Words>827</Words>
  <Application>Microsoft Office PowerPoint</Application>
  <PresentationFormat>Widescreen</PresentationFormat>
  <Paragraphs>185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Arial</vt:lpstr>
      <vt:lpstr>Calibri</vt:lpstr>
      <vt:lpstr>Calibri Light</vt:lpstr>
      <vt:lpstr>Fira Sans Condensed Medium</vt:lpstr>
      <vt:lpstr>Georgia</vt:lpstr>
      <vt:lpstr>Inter</vt:lpstr>
      <vt:lpstr>Noto Sans Symbols</vt:lpstr>
      <vt:lpstr>Poppins ExtraLight</vt:lpstr>
      <vt:lpstr>Product Sans</vt:lpstr>
      <vt:lpstr>Red Hat Display</vt:lpstr>
      <vt:lpstr>var( --e-global-typography-secondary-font-family )</vt:lpstr>
      <vt:lpstr>var( --e-global-typography-text-font-family )</vt:lpstr>
      <vt:lpstr>Wingdings</vt:lpstr>
      <vt:lpstr>Office Theme</vt:lpstr>
      <vt:lpstr>PowerPoint Presentation</vt:lpstr>
      <vt:lpstr>TABLE OF CONTENTS</vt:lpstr>
      <vt:lpstr>PowerPoint Presentation</vt:lpstr>
      <vt:lpstr>PowerPoint Presentation</vt:lpstr>
      <vt:lpstr>PowerPoint Presentation</vt:lpstr>
      <vt:lpstr>PowerPoint Presentation</vt:lpstr>
      <vt:lpstr>Project Idea</vt:lpstr>
      <vt:lpstr>Project Idea</vt:lpstr>
      <vt:lpstr>PowerPoint Presentation</vt:lpstr>
      <vt:lpstr>KNOWNOWOBJECTIVES</vt:lpstr>
      <vt:lpstr>SIMILAR WEBSITES</vt:lpstr>
      <vt:lpstr>STATISTICS</vt:lpstr>
      <vt:lpstr>PowerPoint Presentation</vt:lpstr>
      <vt:lpstr>STAKEHOLDERS</vt:lpstr>
      <vt:lpstr>Functional Requirements</vt:lpstr>
      <vt:lpstr>Functional Requirements</vt:lpstr>
      <vt:lpstr>Functional Requirements</vt:lpstr>
      <vt:lpstr>SYSTEM ARCH.</vt:lpstr>
      <vt:lpstr>TECHNOLOGIES &amp; TOOLS</vt:lpstr>
      <vt:lpstr>PowerPoint Presentation</vt:lpstr>
      <vt:lpstr>CONCLUSION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نور محمد انور هديه حسنين</dc:creator>
  <cp:lastModifiedBy>Nour Muhammed</cp:lastModifiedBy>
  <cp:revision>32</cp:revision>
  <dcterms:created xsi:type="dcterms:W3CDTF">2024-01-27T23:19:06Z</dcterms:created>
  <dcterms:modified xsi:type="dcterms:W3CDTF">2024-02-15T23:01:24Z</dcterms:modified>
</cp:coreProperties>
</file>